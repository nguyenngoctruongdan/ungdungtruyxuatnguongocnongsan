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ibre Bodoni"/>
      <p:regular r:id="rId26"/>
      <p:bold r:id="rId27"/>
      <p:italic r:id="rId28"/>
      <p:boldItalic r:id="rId29"/>
    </p:embeddedFont>
    <p:embeddedFont>
      <p:font typeface="Asap"/>
      <p:regular r:id="rId30"/>
      <p:bold r:id="rId31"/>
      <p:italic r:id="rId32"/>
      <p:boldItalic r:id="rId33"/>
    </p:embeddedFont>
    <p:embeddedFont>
      <p:font typeface="Asap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pgTUMk8w03CjJYLkWJFzeVsUc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ibreBodoni-regular.fntdata"/><Relationship Id="rId25" Type="http://schemas.openxmlformats.org/officeDocument/2006/relationships/slide" Target="slides/slide20.xml"/><Relationship Id="rId28" Type="http://schemas.openxmlformats.org/officeDocument/2006/relationships/font" Target="fonts/LibreBodoni-italic.fntdata"/><Relationship Id="rId27" Type="http://schemas.openxmlformats.org/officeDocument/2006/relationships/font" Target="fonts/LibreBodon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Bodoni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-bold.fntdata"/><Relationship Id="rId30" Type="http://schemas.openxmlformats.org/officeDocument/2006/relationships/font" Target="fonts/Asap-regular.fntdata"/><Relationship Id="rId11" Type="http://schemas.openxmlformats.org/officeDocument/2006/relationships/slide" Target="slides/slide6.xml"/><Relationship Id="rId33" Type="http://schemas.openxmlformats.org/officeDocument/2006/relationships/font" Target="fonts/Asap-boldItalic.fntdata"/><Relationship Id="rId10" Type="http://schemas.openxmlformats.org/officeDocument/2006/relationships/slide" Target="slides/slide5.xml"/><Relationship Id="rId32" Type="http://schemas.openxmlformats.org/officeDocument/2006/relationships/font" Target="fonts/Asap-italic.fntdata"/><Relationship Id="rId13" Type="http://schemas.openxmlformats.org/officeDocument/2006/relationships/slide" Target="slides/slide8.xml"/><Relationship Id="rId35" Type="http://schemas.openxmlformats.org/officeDocument/2006/relationships/font" Target="fonts/AsapMedium-bold.fntdata"/><Relationship Id="rId12" Type="http://schemas.openxmlformats.org/officeDocument/2006/relationships/slide" Target="slides/slide7.xml"/><Relationship Id="rId34" Type="http://schemas.openxmlformats.org/officeDocument/2006/relationships/font" Target="fonts/AsapMedium-regular.fntdata"/><Relationship Id="rId15" Type="http://schemas.openxmlformats.org/officeDocument/2006/relationships/slide" Target="slides/slide10.xml"/><Relationship Id="rId37" Type="http://schemas.openxmlformats.org/officeDocument/2006/relationships/font" Target="fonts/AsapMedium-boldItalic.fntdata"/><Relationship Id="rId14" Type="http://schemas.openxmlformats.org/officeDocument/2006/relationships/slide" Target="slides/slide9.xml"/><Relationship Id="rId36" Type="http://schemas.openxmlformats.org/officeDocument/2006/relationships/font" Target="fonts/AsapMedium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2" name="Google Shape;14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0" name="Google Shape;14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4" name="Google Shape;15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7" name="Google Shape;15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4" name="Google Shape;15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1" name="Google Shape;15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8" name="Google Shape;15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3" name="Google Shape;15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3" name="Google Shape;15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0" name="Google Shape;16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5" name="Google Shape;16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0" name="Google Shape;16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0160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0" name="Google Shape;16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0" name="Google Shape;165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7" name="Google Shape;16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4" name="Google Shape;16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3"/>
          <p:cNvSpPr/>
          <p:nvPr/>
        </p:nvSpPr>
        <p:spPr>
          <a:xfrm>
            <a:off x="-21242" y="-14584"/>
            <a:ext cx="2310969" cy="2187617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3"/>
          <p:cNvSpPr txBox="1"/>
          <p:nvPr>
            <p:ph idx="1" type="subTitle"/>
          </p:nvPr>
        </p:nvSpPr>
        <p:spPr>
          <a:xfrm>
            <a:off x="1457700" y="3334057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ibre Bodoni"/>
              <a:buNone/>
              <a:defRPr sz="5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2" name="Google Shape;12;p23"/>
          <p:cNvSpPr/>
          <p:nvPr/>
        </p:nvSpPr>
        <p:spPr>
          <a:xfrm flipH="1" rot="10800000">
            <a:off x="6251817" y="40069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3"/>
          <p:cNvSpPr/>
          <p:nvPr/>
        </p:nvSpPr>
        <p:spPr>
          <a:xfrm rot="10800000">
            <a:off x="7510800" y="0"/>
            <a:ext cx="16332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3"/>
          <p:cNvSpPr/>
          <p:nvPr/>
        </p:nvSpPr>
        <p:spPr>
          <a:xfrm rot="5400000">
            <a:off x="193492" y="3410258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p23"/>
          <p:cNvGrpSpPr/>
          <p:nvPr/>
        </p:nvGrpSpPr>
        <p:grpSpPr>
          <a:xfrm>
            <a:off x="7474675" y="3811675"/>
            <a:ext cx="1129625" cy="1115550"/>
            <a:chOff x="623875" y="3501825"/>
            <a:chExt cx="1129625" cy="1115550"/>
          </a:xfrm>
        </p:grpSpPr>
        <p:sp>
          <p:nvSpPr>
            <p:cNvPr id="16" name="Google Shape;16;p23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3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3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3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3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3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3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23"/>
          <p:cNvGrpSpPr/>
          <p:nvPr/>
        </p:nvGrpSpPr>
        <p:grpSpPr>
          <a:xfrm>
            <a:off x="-6640" y="1126"/>
            <a:ext cx="991618" cy="1062338"/>
            <a:chOff x="5368525" y="1294325"/>
            <a:chExt cx="1227250" cy="1314775"/>
          </a:xfrm>
        </p:grpSpPr>
        <p:sp>
          <p:nvSpPr>
            <p:cNvPr id="28" name="Google Shape;28;p23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3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23"/>
          <p:cNvGrpSpPr/>
          <p:nvPr/>
        </p:nvGrpSpPr>
        <p:grpSpPr>
          <a:xfrm>
            <a:off x="-6650" y="3715975"/>
            <a:ext cx="1746675" cy="1445450"/>
            <a:chOff x="763475" y="1235400"/>
            <a:chExt cx="1746675" cy="1445450"/>
          </a:xfrm>
        </p:grpSpPr>
        <p:sp>
          <p:nvSpPr>
            <p:cNvPr id="32" name="Google Shape;32;p2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3"/>
          <p:cNvSpPr/>
          <p:nvPr/>
        </p:nvSpPr>
        <p:spPr>
          <a:xfrm>
            <a:off x="577075" y="2803712"/>
            <a:ext cx="289655" cy="212480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3"/>
          <p:cNvSpPr/>
          <p:nvPr/>
        </p:nvSpPr>
        <p:spPr>
          <a:xfrm rot="1765939">
            <a:off x="333689" y="3209417"/>
            <a:ext cx="424664" cy="420321"/>
          </a:xfrm>
          <a:custGeom>
            <a:rect b="b" l="l" r="r" t="t"/>
            <a:pathLst>
              <a:path extrusionOk="0" h="7424" w="7501">
                <a:moveTo>
                  <a:pt x="3361" y="0"/>
                </a:moveTo>
                <a:cubicBezTo>
                  <a:pt x="2676" y="0"/>
                  <a:pt x="2022" y="344"/>
                  <a:pt x="1500" y="801"/>
                </a:cubicBezTo>
                <a:cubicBezTo>
                  <a:pt x="595" y="1623"/>
                  <a:pt x="36" y="2825"/>
                  <a:pt x="12" y="4052"/>
                </a:cubicBezTo>
                <a:cubicBezTo>
                  <a:pt x="0" y="4421"/>
                  <a:pt x="48" y="4790"/>
                  <a:pt x="143" y="5147"/>
                </a:cubicBezTo>
                <a:cubicBezTo>
                  <a:pt x="534" y="6484"/>
                  <a:pt x="1907" y="7423"/>
                  <a:pt x="3303" y="7423"/>
                </a:cubicBezTo>
                <a:cubicBezTo>
                  <a:pt x="3436" y="7423"/>
                  <a:pt x="3570" y="7415"/>
                  <a:pt x="3703" y="7397"/>
                </a:cubicBezTo>
                <a:cubicBezTo>
                  <a:pt x="7501" y="6921"/>
                  <a:pt x="7477" y="2456"/>
                  <a:pt x="4834" y="551"/>
                </a:cubicBezTo>
                <a:cubicBezTo>
                  <a:pt x="4465" y="289"/>
                  <a:pt x="4048" y="75"/>
                  <a:pt x="3608" y="15"/>
                </a:cubicBezTo>
                <a:cubicBezTo>
                  <a:pt x="3525" y="5"/>
                  <a:pt x="3443" y="0"/>
                  <a:pt x="33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3"/>
          <p:cNvSpPr/>
          <p:nvPr/>
        </p:nvSpPr>
        <p:spPr>
          <a:xfrm>
            <a:off x="257813" y="29716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356138" y="25454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3"/>
          <p:cNvGrpSpPr/>
          <p:nvPr/>
        </p:nvGrpSpPr>
        <p:grpSpPr>
          <a:xfrm>
            <a:off x="7042225" y="0"/>
            <a:ext cx="2101775" cy="1341250"/>
            <a:chOff x="4946725" y="3223150"/>
            <a:chExt cx="2101775" cy="1341250"/>
          </a:xfrm>
        </p:grpSpPr>
        <p:sp>
          <p:nvSpPr>
            <p:cNvPr id="43" name="Google Shape;43;p23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3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3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3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3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3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3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3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3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3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3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3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3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3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3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3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3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3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3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3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3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 flipH="1" rot="10800000">
            <a:off x="3176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4"/>
          <p:cNvSpPr/>
          <p:nvPr/>
        </p:nvSpPr>
        <p:spPr>
          <a:xfrm flipH="1">
            <a:off x="807445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4"/>
          <p:cNvSpPr/>
          <p:nvPr/>
        </p:nvSpPr>
        <p:spPr>
          <a:xfrm flipH="1">
            <a:off x="-24458" y="-145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4"/>
          <p:cNvSpPr/>
          <p:nvPr/>
        </p:nvSpPr>
        <p:spPr>
          <a:xfrm flipH="1">
            <a:off x="8074450" y="1361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4"/>
          <p:cNvSpPr/>
          <p:nvPr/>
        </p:nvSpPr>
        <p:spPr>
          <a:xfrm rot="5400000">
            <a:off x="7549142" y="354963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24"/>
          <p:cNvGrpSpPr/>
          <p:nvPr/>
        </p:nvGrpSpPr>
        <p:grpSpPr>
          <a:xfrm flipH="1">
            <a:off x="235525" y="4082125"/>
            <a:ext cx="972750" cy="956100"/>
            <a:chOff x="8099625" y="4181100"/>
            <a:chExt cx="972750" cy="956100"/>
          </a:xfrm>
        </p:grpSpPr>
        <p:sp>
          <p:nvSpPr>
            <p:cNvPr id="71" name="Google Shape;71;p24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4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4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4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4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4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4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24"/>
          <p:cNvGrpSpPr/>
          <p:nvPr/>
        </p:nvGrpSpPr>
        <p:grpSpPr>
          <a:xfrm flipH="1" rot="10800000">
            <a:off x="8033425" y="7675"/>
            <a:ext cx="1110575" cy="975450"/>
            <a:chOff x="3575725" y="3248450"/>
            <a:chExt cx="1110575" cy="975450"/>
          </a:xfrm>
        </p:grpSpPr>
        <p:sp>
          <p:nvSpPr>
            <p:cNvPr id="80" name="Google Shape;80;p2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4"/>
          <p:cNvSpPr txBox="1"/>
          <p:nvPr>
            <p:ph idx="1" type="subTitle"/>
          </p:nvPr>
        </p:nvSpPr>
        <p:spPr>
          <a:xfrm>
            <a:off x="5068389" y="3226090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" name="Google Shape;83;p24"/>
          <p:cNvSpPr txBox="1"/>
          <p:nvPr>
            <p:ph idx="2" type="subTitle"/>
          </p:nvPr>
        </p:nvSpPr>
        <p:spPr>
          <a:xfrm>
            <a:off x="1209372" y="3226112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" name="Google Shape;84;p24"/>
          <p:cNvSpPr txBox="1"/>
          <p:nvPr>
            <p:ph idx="3" type="subTitle"/>
          </p:nvPr>
        </p:nvSpPr>
        <p:spPr>
          <a:xfrm>
            <a:off x="5068397" y="3590100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4" type="subTitle"/>
          </p:nvPr>
        </p:nvSpPr>
        <p:spPr>
          <a:xfrm>
            <a:off x="1209375" y="3593284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type="title"/>
          </p:nvPr>
        </p:nvSpPr>
        <p:spPr>
          <a:xfrm>
            <a:off x="1559464" y="1148650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25"/>
          <p:cNvSpPr txBox="1"/>
          <p:nvPr>
            <p:ph idx="2" type="title"/>
          </p:nvPr>
        </p:nvSpPr>
        <p:spPr>
          <a:xfrm>
            <a:off x="4684774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" name="Google Shape;90;p25"/>
          <p:cNvSpPr txBox="1"/>
          <p:nvPr>
            <p:ph idx="1" type="subTitle"/>
          </p:nvPr>
        </p:nvSpPr>
        <p:spPr>
          <a:xfrm>
            <a:off x="1559464" y="165166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91" name="Google Shape;91;p25"/>
          <p:cNvSpPr txBox="1"/>
          <p:nvPr>
            <p:ph idx="3" type="title"/>
          </p:nvPr>
        </p:nvSpPr>
        <p:spPr>
          <a:xfrm>
            <a:off x="1556785" y="23524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25"/>
          <p:cNvSpPr txBox="1"/>
          <p:nvPr>
            <p:ph idx="4" type="title"/>
          </p:nvPr>
        </p:nvSpPr>
        <p:spPr>
          <a:xfrm>
            <a:off x="787850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25"/>
          <p:cNvSpPr txBox="1"/>
          <p:nvPr>
            <p:ph idx="5" type="subTitle"/>
          </p:nvPr>
        </p:nvSpPr>
        <p:spPr>
          <a:xfrm>
            <a:off x="1556762" y="2859881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94" name="Google Shape;94;p25"/>
          <p:cNvSpPr txBox="1"/>
          <p:nvPr>
            <p:ph idx="6" type="title"/>
          </p:nvPr>
        </p:nvSpPr>
        <p:spPr>
          <a:xfrm>
            <a:off x="1559464" y="35562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25"/>
          <p:cNvSpPr txBox="1"/>
          <p:nvPr>
            <p:ph idx="7" type="title"/>
          </p:nvPr>
        </p:nvSpPr>
        <p:spPr>
          <a:xfrm>
            <a:off x="794337" y="3886283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6" name="Google Shape;96;p25"/>
          <p:cNvSpPr txBox="1"/>
          <p:nvPr>
            <p:ph idx="8" type="subTitle"/>
          </p:nvPr>
        </p:nvSpPr>
        <p:spPr>
          <a:xfrm>
            <a:off x="1556761" y="406147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97" name="Google Shape;97;p25"/>
          <p:cNvSpPr txBox="1"/>
          <p:nvPr>
            <p:ph idx="9" type="title"/>
          </p:nvPr>
        </p:nvSpPr>
        <p:spPr>
          <a:xfrm>
            <a:off x="5456465" y="1148650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5"/>
          <p:cNvSpPr txBox="1"/>
          <p:nvPr>
            <p:ph idx="13" type="title"/>
          </p:nvPr>
        </p:nvSpPr>
        <p:spPr>
          <a:xfrm>
            <a:off x="4687536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25"/>
          <p:cNvSpPr txBox="1"/>
          <p:nvPr>
            <p:ph idx="14" type="subTitle"/>
          </p:nvPr>
        </p:nvSpPr>
        <p:spPr>
          <a:xfrm>
            <a:off x="5456465" y="16516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00" name="Google Shape;100;p25"/>
          <p:cNvSpPr txBox="1"/>
          <p:nvPr>
            <p:ph idx="15" type="title"/>
          </p:nvPr>
        </p:nvSpPr>
        <p:spPr>
          <a:xfrm>
            <a:off x="5453760" y="23524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25"/>
          <p:cNvSpPr txBox="1"/>
          <p:nvPr>
            <p:ph idx="16" type="title"/>
          </p:nvPr>
        </p:nvSpPr>
        <p:spPr>
          <a:xfrm>
            <a:off x="790612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2" name="Google Shape;102;p25"/>
          <p:cNvSpPr txBox="1"/>
          <p:nvPr>
            <p:ph idx="17" type="subTitle"/>
          </p:nvPr>
        </p:nvSpPr>
        <p:spPr>
          <a:xfrm>
            <a:off x="5453687" y="28598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03" name="Google Shape;103;p25"/>
          <p:cNvSpPr txBox="1"/>
          <p:nvPr>
            <p:ph idx="18" type="title"/>
          </p:nvPr>
        </p:nvSpPr>
        <p:spPr>
          <a:xfrm>
            <a:off x="5456465" y="35562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" name="Google Shape;104;p25"/>
          <p:cNvSpPr txBox="1"/>
          <p:nvPr>
            <p:ph idx="19" type="title"/>
          </p:nvPr>
        </p:nvSpPr>
        <p:spPr>
          <a:xfrm>
            <a:off x="4687536" y="3873458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25"/>
          <p:cNvSpPr txBox="1"/>
          <p:nvPr>
            <p:ph idx="20" type="subTitle"/>
          </p:nvPr>
        </p:nvSpPr>
        <p:spPr>
          <a:xfrm>
            <a:off x="5453686" y="4061478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06" name="Google Shape;106;p25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" name="Google Shape;107;p25"/>
          <p:cNvSpPr/>
          <p:nvPr/>
        </p:nvSpPr>
        <p:spPr>
          <a:xfrm rot="10800000">
            <a:off x="-860775" y="-14584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5"/>
          <p:cNvSpPr/>
          <p:nvPr/>
        </p:nvSpPr>
        <p:spPr>
          <a:xfrm>
            <a:off x="8650275" y="3410800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5"/>
          <p:cNvSpPr/>
          <p:nvPr/>
        </p:nvSpPr>
        <p:spPr>
          <a:xfrm>
            <a:off x="6917701" y="0"/>
            <a:ext cx="2234045" cy="878948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5"/>
          <p:cNvSpPr/>
          <p:nvPr/>
        </p:nvSpPr>
        <p:spPr>
          <a:xfrm>
            <a:off x="8785050" y="532300"/>
            <a:ext cx="184575" cy="254125"/>
          </a:xfrm>
          <a:custGeom>
            <a:rect b="b" l="l" r="r" t="t"/>
            <a:pathLst>
              <a:path extrusionOk="0" h="10165" w="7383">
                <a:moveTo>
                  <a:pt x="4212" y="0"/>
                </a:moveTo>
                <a:cubicBezTo>
                  <a:pt x="3444" y="0"/>
                  <a:pt x="2709" y="427"/>
                  <a:pt x="2215" y="1028"/>
                </a:cubicBezTo>
                <a:cubicBezTo>
                  <a:pt x="1667" y="1683"/>
                  <a:pt x="1370" y="2504"/>
                  <a:pt x="1131" y="3338"/>
                </a:cubicBezTo>
                <a:cubicBezTo>
                  <a:pt x="643" y="5100"/>
                  <a:pt x="0" y="7517"/>
                  <a:pt x="1239" y="9136"/>
                </a:cubicBezTo>
                <a:lnTo>
                  <a:pt x="1227" y="9136"/>
                </a:lnTo>
                <a:cubicBezTo>
                  <a:pt x="1752" y="9820"/>
                  <a:pt x="2612" y="10164"/>
                  <a:pt x="3481" y="10164"/>
                </a:cubicBezTo>
                <a:cubicBezTo>
                  <a:pt x="3911" y="10164"/>
                  <a:pt x="4344" y="10080"/>
                  <a:pt x="4739" y="9910"/>
                </a:cubicBezTo>
                <a:cubicBezTo>
                  <a:pt x="5918" y="9386"/>
                  <a:pt x="6727" y="8231"/>
                  <a:pt x="7049" y="6981"/>
                </a:cubicBezTo>
                <a:cubicBezTo>
                  <a:pt x="7382" y="5731"/>
                  <a:pt x="7263" y="4409"/>
                  <a:pt x="6977" y="3147"/>
                </a:cubicBezTo>
                <a:cubicBezTo>
                  <a:pt x="6811" y="2457"/>
                  <a:pt x="6596" y="1754"/>
                  <a:pt x="6192" y="1171"/>
                </a:cubicBezTo>
                <a:cubicBezTo>
                  <a:pt x="5787" y="575"/>
                  <a:pt x="5168" y="111"/>
                  <a:pt x="4465" y="16"/>
                </a:cubicBezTo>
                <a:cubicBezTo>
                  <a:pt x="4381" y="5"/>
                  <a:pt x="4296" y="0"/>
                  <a:pt x="421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5"/>
          <p:cNvSpPr/>
          <p:nvPr/>
        </p:nvSpPr>
        <p:spPr>
          <a:xfrm>
            <a:off x="8500125" y="661500"/>
            <a:ext cx="190475" cy="139725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8360613" y="291202"/>
            <a:ext cx="289660" cy="296556"/>
          </a:xfrm>
          <a:custGeom>
            <a:rect b="b" l="l" r="r" t="t"/>
            <a:pathLst>
              <a:path extrusionOk="0" h="8558" w="8359">
                <a:moveTo>
                  <a:pt x="4034" y="1"/>
                </a:moveTo>
                <a:cubicBezTo>
                  <a:pt x="2734" y="1"/>
                  <a:pt x="1488" y="1001"/>
                  <a:pt x="858" y="2200"/>
                </a:cubicBezTo>
                <a:cubicBezTo>
                  <a:pt x="84" y="3665"/>
                  <a:pt x="1" y="5474"/>
                  <a:pt x="620" y="7010"/>
                </a:cubicBezTo>
                <a:cubicBezTo>
                  <a:pt x="1066" y="8116"/>
                  <a:pt x="2125" y="8557"/>
                  <a:pt x="3289" y="8557"/>
                </a:cubicBezTo>
                <a:cubicBezTo>
                  <a:pt x="4732" y="8557"/>
                  <a:pt x="6335" y="7880"/>
                  <a:pt x="7132" y="6951"/>
                </a:cubicBezTo>
                <a:cubicBezTo>
                  <a:pt x="8204" y="5701"/>
                  <a:pt x="8359" y="3748"/>
                  <a:pt x="7513" y="2343"/>
                </a:cubicBezTo>
                <a:cubicBezTo>
                  <a:pt x="7109" y="1676"/>
                  <a:pt x="6525" y="1141"/>
                  <a:pt x="5894" y="700"/>
                </a:cubicBezTo>
                <a:cubicBezTo>
                  <a:pt x="5525" y="438"/>
                  <a:pt x="5132" y="212"/>
                  <a:pt x="4703" y="93"/>
                </a:cubicBezTo>
                <a:cubicBezTo>
                  <a:pt x="4481" y="30"/>
                  <a:pt x="4257" y="1"/>
                  <a:pt x="403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5"/>
          <p:cNvGrpSpPr/>
          <p:nvPr/>
        </p:nvGrpSpPr>
        <p:grpSpPr>
          <a:xfrm>
            <a:off x="8219649" y="4324805"/>
            <a:ext cx="932106" cy="818695"/>
            <a:chOff x="3575725" y="3248450"/>
            <a:chExt cx="1110575" cy="975450"/>
          </a:xfrm>
        </p:grpSpPr>
        <p:sp>
          <p:nvSpPr>
            <p:cNvPr id="114" name="Google Shape;114;p25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1490700" y="3174549"/>
            <a:ext cx="454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20" name="Google Shape;120;p26"/>
          <p:cNvSpPr/>
          <p:nvPr/>
        </p:nvSpPr>
        <p:spPr>
          <a:xfrm rot="10800000">
            <a:off x="6288692" y="2716349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6853096" y="3659460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6"/>
          <p:cNvSpPr/>
          <p:nvPr/>
        </p:nvSpPr>
        <p:spPr>
          <a:xfrm flipH="1" rot="-5400000">
            <a:off x="6820742" y="-353942"/>
            <a:ext cx="1983900" cy="26772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6"/>
          <p:cNvSpPr/>
          <p:nvPr/>
        </p:nvSpPr>
        <p:spPr>
          <a:xfrm flipH="1" rot="-5400000">
            <a:off x="-886654" y="3123375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26"/>
          <p:cNvGrpSpPr/>
          <p:nvPr/>
        </p:nvGrpSpPr>
        <p:grpSpPr>
          <a:xfrm>
            <a:off x="347825" y="3839275"/>
            <a:ext cx="1126350" cy="1080250"/>
            <a:chOff x="7297550" y="3091850"/>
            <a:chExt cx="1126350" cy="1080250"/>
          </a:xfrm>
        </p:grpSpPr>
        <p:sp>
          <p:nvSpPr>
            <p:cNvPr id="125" name="Google Shape;125;p26"/>
            <p:cNvSpPr/>
            <p:nvPr/>
          </p:nvSpPr>
          <p:spPr>
            <a:xfrm>
              <a:off x="7886600" y="34855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8175050" y="3307975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7879125" y="30918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8233425" y="3646100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8095875" y="38597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7767250" y="39403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7621100" y="365992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7558800" y="32007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7297550" y="3464075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7399050" y="385390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26"/>
          <p:cNvGrpSpPr/>
          <p:nvPr/>
        </p:nvGrpSpPr>
        <p:grpSpPr>
          <a:xfrm rot="10800000">
            <a:off x="7564300" y="372500"/>
            <a:ext cx="1655900" cy="875425"/>
            <a:chOff x="1680550" y="2806125"/>
            <a:chExt cx="1655900" cy="875425"/>
          </a:xfrm>
        </p:grpSpPr>
        <p:sp>
          <p:nvSpPr>
            <p:cNvPr id="136" name="Google Shape;136;p26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26"/>
          <p:cNvGrpSpPr/>
          <p:nvPr/>
        </p:nvGrpSpPr>
        <p:grpSpPr>
          <a:xfrm rot="5400000">
            <a:off x="6677763" y="3750100"/>
            <a:ext cx="1736250" cy="814125"/>
            <a:chOff x="503325" y="3713675"/>
            <a:chExt cx="1736250" cy="814125"/>
          </a:xfrm>
        </p:grpSpPr>
        <p:sp>
          <p:nvSpPr>
            <p:cNvPr id="139" name="Google Shape;139;p26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26"/>
          <p:cNvGrpSpPr/>
          <p:nvPr/>
        </p:nvGrpSpPr>
        <p:grpSpPr>
          <a:xfrm flipH="1">
            <a:off x="-20619" y="-2"/>
            <a:ext cx="1863224" cy="1189018"/>
            <a:chOff x="4946725" y="3223150"/>
            <a:chExt cx="2101775" cy="1341250"/>
          </a:xfrm>
        </p:grpSpPr>
        <p:sp>
          <p:nvSpPr>
            <p:cNvPr id="142" name="Google Shape;142;p26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 flipH="1" rot="10800000">
            <a:off x="7784875" y="167751"/>
            <a:ext cx="1274661" cy="74322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27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/>
          <p:nvPr/>
        </p:nvSpPr>
        <p:spPr>
          <a:xfrm rot="10800000">
            <a:off x="-11987" y="-7292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27"/>
          <p:cNvGrpSpPr/>
          <p:nvPr/>
        </p:nvGrpSpPr>
        <p:grpSpPr>
          <a:xfrm>
            <a:off x="72609" y="4329917"/>
            <a:ext cx="751864" cy="747525"/>
            <a:chOff x="72609" y="4329917"/>
            <a:chExt cx="751864" cy="747525"/>
          </a:xfrm>
        </p:grpSpPr>
        <p:sp>
          <p:nvSpPr>
            <p:cNvPr id="169" name="Google Shape;169;p27"/>
            <p:cNvSpPr/>
            <p:nvPr/>
          </p:nvSpPr>
          <p:spPr>
            <a:xfrm flipH="1" rot="-5937786">
              <a:off x="465448" y="4877564"/>
              <a:ext cx="187527" cy="185602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flipH="1" rot="-5937786">
              <a:off x="576837" y="4593255"/>
              <a:ext cx="230403" cy="23180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flipH="1" rot="-5937786">
              <a:off x="102447" y="4873239"/>
              <a:ext cx="156602" cy="194252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flipH="1" rot="-5937786">
              <a:off x="139490" y="4344966"/>
              <a:ext cx="184627" cy="180377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flipH="1" rot="-5937786">
              <a:off x="247650" y="4628888"/>
              <a:ext cx="158227" cy="160527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27"/>
          <p:cNvSpPr/>
          <p:nvPr/>
        </p:nvSpPr>
        <p:spPr>
          <a:xfrm flipH="1" rot="10800000">
            <a:off x="3934675" y="4770891"/>
            <a:ext cx="1274661" cy="114050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4600" y="2362075"/>
            <a:ext cx="44640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7" name="Google Shape;177;p28"/>
          <p:cNvSpPr txBox="1"/>
          <p:nvPr>
            <p:ph idx="2" type="title"/>
          </p:nvPr>
        </p:nvSpPr>
        <p:spPr>
          <a:xfrm>
            <a:off x="6204425" y="1274317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8" name="Google Shape;178;p28"/>
          <p:cNvSpPr txBox="1"/>
          <p:nvPr>
            <p:ph idx="1" type="subTitle"/>
          </p:nvPr>
        </p:nvSpPr>
        <p:spPr>
          <a:xfrm>
            <a:off x="3114600" y="3462174"/>
            <a:ext cx="446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/>
          <p:nvPr/>
        </p:nvSpPr>
        <p:spPr>
          <a:xfrm rot="5400000">
            <a:off x="73200" y="3591724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721905" y="448351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8"/>
          <p:cNvGrpSpPr/>
          <p:nvPr/>
        </p:nvGrpSpPr>
        <p:grpSpPr>
          <a:xfrm rot="-7361883">
            <a:off x="371984" y="3074734"/>
            <a:ext cx="1004345" cy="991737"/>
            <a:chOff x="623875" y="3501825"/>
            <a:chExt cx="1129625" cy="1115550"/>
          </a:xfrm>
        </p:grpSpPr>
        <p:sp>
          <p:nvSpPr>
            <p:cNvPr id="182" name="Google Shape;182;p28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28"/>
          <p:cNvSpPr/>
          <p:nvPr/>
        </p:nvSpPr>
        <p:spPr>
          <a:xfrm flipH="1" rot="10800000">
            <a:off x="8466525" y="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8"/>
          <p:cNvGrpSpPr/>
          <p:nvPr/>
        </p:nvGrpSpPr>
        <p:grpSpPr>
          <a:xfrm rot="10800000">
            <a:off x="-43625" y="71645"/>
            <a:ext cx="2101775" cy="1341250"/>
            <a:chOff x="4946725" y="3223150"/>
            <a:chExt cx="2101775" cy="1341250"/>
          </a:xfrm>
        </p:grpSpPr>
        <p:sp>
          <p:nvSpPr>
            <p:cNvPr id="195" name="Google Shape;195;p28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28"/>
          <p:cNvGrpSpPr/>
          <p:nvPr/>
        </p:nvGrpSpPr>
        <p:grpSpPr>
          <a:xfrm rot="10800000">
            <a:off x="7455525" y="4215500"/>
            <a:ext cx="1655900" cy="875425"/>
            <a:chOff x="1680550" y="2806125"/>
            <a:chExt cx="1655900" cy="875425"/>
          </a:xfrm>
        </p:grpSpPr>
        <p:sp>
          <p:nvSpPr>
            <p:cNvPr id="217" name="Google Shape;217;p28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-7292" y="-7292"/>
            <a:ext cx="998650" cy="1400250"/>
          </a:xfrm>
          <a:custGeom>
            <a:rect b="b" l="l" r="r" t="t"/>
            <a:pathLst>
              <a:path extrusionOk="0" h="56010" w="39946">
                <a:moveTo>
                  <a:pt x="0" y="1"/>
                </a:moveTo>
                <a:lnTo>
                  <a:pt x="12" y="43911"/>
                </a:lnTo>
                <a:cubicBezTo>
                  <a:pt x="893" y="47745"/>
                  <a:pt x="3679" y="50972"/>
                  <a:pt x="7084" y="52960"/>
                </a:cubicBezTo>
                <a:cubicBezTo>
                  <a:pt x="10489" y="54948"/>
                  <a:pt x="14454" y="55782"/>
                  <a:pt x="18383" y="55984"/>
                </a:cubicBezTo>
                <a:cubicBezTo>
                  <a:pt x="18664" y="55999"/>
                  <a:pt x="18950" y="56009"/>
                  <a:pt x="19237" y="56009"/>
                </a:cubicBezTo>
                <a:cubicBezTo>
                  <a:pt x="20519" y="56009"/>
                  <a:pt x="21817" y="55809"/>
                  <a:pt x="22741" y="54972"/>
                </a:cubicBezTo>
                <a:cubicBezTo>
                  <a:pt x="24158" y="53686"/>
                  <a:pt x="24110" y="51353"/>
                  <a:pt x="23170" y="49686"/>
                </a:cubicBezTo>
                <a:cubicBezTo>
                  <a:pt x="22229" y="48019"/>
                  <a:pt x="20622" y="46864"/>
                  <a:pt x="19098" y="45733"/>
                </a:cubicBezTo>
                <a:cubicBezTo>
                  <a:pt x="17562" y="44590"/>
                  <a:pt x="16002" y="43340"/>
                  <a:pt x="15228" y="41601"/>
                </a:cubicBezTo>
                <a:cubicBezTo>
                  <a:pt x="14740" y="40506"/>
                  <a:pt x="14716" y="38994"/>
                  <a:pt x="15728" y="38351"/>
                </a:cubicBezTo>
                <a:cubicBezTo>
                  <a:pt x="16085" y="38129"/>
                  <a:pt x="16506" y="38055"/>
                  <a:pt x="16934" y="38055"/>
                </a:cubicBezTo>
                <a:cubicBezTo>
                  <a:pt x="17148" y="38055"/>
                  <a:pt x="17363" y="38073"/>
                  <a:pt x="17574" y="38101"/>
                </a:cubicBezTo>
                <a:cubicBezTo>
                  <a:pt x="21786" y="38617"/>
                  <a:pt x="25629" y="41692"/>
                  <a:pt x="29752" y="41692"/>
                </a:cubicBezTo>
                <a:cubicBezTo>
                  <a:pt x="30197" y="41692"/>
                  <a:pt x="30646" y="41656"/>
                  <a:pt x="31099" y="41578"/>
                </a:cubicBezTo>
                <a:cubicBezTo>
                  <a:pt x="31861" y="41447"/>
                  <a:pt x="32623" y="41173"/>
                  <a:pt x="33242" y="40696"/>
                </a:cubicBezTo>
                <a:cubicBezTo>
                  <a:pt x="35028" y="39315"/>
                  <a:pt x="35123" y="36553"/>
                  <a:pt x="34171" y="34505"/>
                </a:cubicBezTo>
                <a:cubicBezTo>
                  <a:pt x="33230" y="32469"/>
                  <a:pt x="31504" y="30910"/>
                  <a:pt x="29992" y="29231"/>
                </a:cubicBezTo>
                <a:cubicBezTo>
                  <a:pt x="28480" y="27564"/>
                  <a:pt x="27099" y="25540"/>
                  <a:pt x="27134" y="23290"/>
                </a:cubicBezTo>
                <a:cubicBezTo>
                  <a:pt x="27146" y="22575"/>
                  <a:pt x="27301" y="21873"/>
                  <a:pt x="27646" y="21254"/>
                </a:cubicBezTo>
                <a:cubicBezTo>
                  <a:pt x="27992" y="20646"/>
                  <a:pt x="28515" y="20146"/>
                  <a:pt x="29087" y="19741"/>
                </a:cubicBezTo>
                <a:cubicBezTo>
                  <a:pt x="31087" y="18372"/>
                  <a:pt x="33695" y="18158"/>
                  <a:pt x="35754" y="16860"/>
                </a:cubicBezTo>
                <a:cubicBezTo>
                  <a:pt x="38279" y="15277"/>
                  <a:pt x="39636" y="12229"/>
                  <a:pt x="39779" y="9252"/>
                </a:cubicBezTo>
                <a:cubicBezTo>
                  <a:pt x="39945" y="5883"/>
                  <a:pt x="38707" y="2477"/>
                  <a:pt x="364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7377242" y="3747350"/>
            <a:ext cx="1774050" cy="1397525"/>
          </a:xfrm>
          <a:custGeom>
            <a:rect b="b" l="l" r="r" t="t"/>
            <a:pathLst>
              <a:path extrusionOk="0" h="55901" w="70962">
                <a:moveTo>
                  <a:pt x="70962" y="0"/>
                </a:moveTo>
                <a:lnTo>
                  <a:pt x="70962" y="0"/>
                </a:lnTo>
                <a:cubicBezTo>
                  <a:pt x="67485" y="417"/>
                  <a:pt x="64008" y="893"/>
                  <a:pt x="60544" y="1453"/>
                </a:cubicBezTo>
                <a:cubicBezTo>
                  <a:pt x="55150" y="2310"/>
                  <a:pt x="49471" y="3477"/>
                  <a:pt x="45458" y="7192"/>
                </a:cubicBezTo>
                <a:cubicBezTo>
                  <a:pt x="41756" y="10621"/>
                  <a:pt x="40053" y="15693"/>
                  <a:pt x="36898" y="19646"/>
                </a:cubicBezTo>
                <a:cubicBezTo>
                  <a:pt x="34243" y="22967"/>
                  <a:pt x="30576" y="25420"/>
                  <a:pt x="26599" y="26944"/>
                </a:cubicBezTo>
                <a:cubicBezTo>
                  <a:pt x="22622" y="28468"/>
                  <a:pt x="18336" y="29099"/>
                  <a:pt x="14443" y="30837"/>
                </a:cubicBezTo>
                <a:cubicBezTo>
                  <a:pt x="5727" y="34731"/>
                  <a:pt x="0" y="44458"/>
                  <a:pt x="822" y="53971"/>
                </a:cubicBezTo>
                <a:cubicBezTo>
                  <a:pt x="858" y="54447"/>
                  <a:pt x="1120" y="55531"/>
                  <a:pt x="1048" y="55900"/>
                </a:cubicBezTo>
                <a:lnTo>
                  <a:pt x="70783" y="55900"/>
                </a:lnTo>
                <a:lnTo>
                  <a:pt x="709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-7292" y="4443075"/>
            <a:ext cx="1181997" cy="700425"/>
          </a:xfrm>
          <a:custGeom>
            <a:rect b="b" l="l" r="r" t="t"/>
            <a:pathLst>
              <a:path extrusionOk="0" h="28017" w="92488">
                <a:moveTo>
                  <a:pt x="29866" y="0"/>
                </a:moveTo>
                <a:cubicBezTo>
                  <a:pt x="24956" y="0"/>
                  <a:pt x="19987" y="945"/>
                  <a:pt x="15061" y="1321"/>
                </a:cubicBezTo>
                <a:cubicBezTo>
                  <a:pt x="13439" y="1446"/>
                  <a:pt x="11811" y="1508"/>
                  <a:pt x="10183" y="1508"/>
                </a:cubicBezTo>
                <a:cubicBezTo>
                  <a:pt x="6843" y="1508"/>
                  <a:pt x="3505" y="1246"/>
                  <a:pt x="214" y="726"/>
                </a:cubicBezTo>
                <a:lnTo>
                  <a:pt x="0" y="27062"/>
                </a:lnTo>
                <a:cubicBezTo>
                  <a:pt x="1610" y="27189"/>
                  <a:pt x="3225" y="27253"/>
                  <a:pt x="4840" y="27253"/>
                </a:cubicBezTo>
                <a:cubicBezTo>
                  <a:pt x="8217" y="27253"/>
                  <a:pt x="11592" y="26975"/>
                  <a:pt x="14919" y="26419"/>
                </a:cubicBezTo>
                <a:cubicBezTo>
                  <a:pt x="18229" y="25872"/>
                  <a:pt x="21503" y="25050"/>
                  <a:pt x="24848" y="24883"/>
                </a:cubicBezTo>
                <a:cubicBezTo>
                  <a:pt x="25306" y="24860"/>
                  <a:pt x="25764" y="24849"/>
                  <a:pt x="26220" y="24849"/>
                </a:cubicBezTo>
                <a:cubicBezTo>
                  <a:pt x="30680" y="24849"/>
                  <a:pt x="35088" y="25888"/>
                  <a:pt x="39505" y="26634"/>
                </a:cubicBezTo>
                <a:cubicBezTo>
                  <a:pt x="45011" y="27556"/>
                  <a:pt x="50592" y="28016"/>
                  <a:pt x="56173" y="28016"/>
                </a:cubicBezTo>
                <a:cubicBezTo>
                  <a:pt x="62915" y="28016"/>
                  <a:pt x="69655" y="27344"/>
                  <a:pt x="76260" y="26003"/>
                </a:cubicBezTo>
                <a:cubicBezTo>
                  <a:pt x="80082" y="25217"/>
                  <a:pt x="83951" y="24169"/>
                  <a:pt x="87082" y="21859"/>
                </a:cubicBezTo>
                <a:cubicBezTo>
                  <a:pt x="90226" y="19537"/>
                  <a:pt x="92488" y="15692"/>
                  <a:pt x="91940" y="11834"/>
                </a:cubicBezTo>
                <a:cubicBezTo>
                  <a:pt x="91297" y="7345"/>
                  <a:pt x="87047" y="4083"/>
                  <a:pt x="82618" y="3071"/>
                </a:cubicBezTo>
                <a:cubicBezTo>
                  <a:pt x="81099" y="2727"/>
                  <a:pt x="79558" y="2593"/>
                  <a:pt x="78008" y="2593"/>
                </a:cubicBezTo>
                <a:cubicBezTo>
                  <a:pt x="75048" y="2593"/>
                  <a:pt x="72054" y="3082"/>
                  <a:pt x="69116" y="3536"/>
                </a:cubicBezTo>
                <a:cubicBezTo>
                  <a:pt x="64691" y="4207"/>
                  <a:pt x="60181" y="4783"/>
                  <a:pt x="55716" y="4783"/>
                </a:cubicBezTo>
                <a:cubicBezTo>
                  <a:pt x="52348" y="4783"/>
                  <a:pt x="49005" y="4455"/>
                  <a:pt x="45744" y="3595"/>
                </a:cubicBezTo>
                <a:cubicBezTo>
                  <a:pt x="42339" y="2702"/>
                  <a:pt x="39088" y="1238"/>
                  <a:pt x="35647" y="535"/>
                </a:cubicBezTo>
                <a:cubicBezTo>
                  <a:pt x="33734" y="148"/>
                  <a:pt x="31804" y="0"/>
                  <a:pt x="298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/>
          <p:nvPr/>
        </p:nvSpPr>
        <p:spPr>
          <a:xfrm flipH="1" rot="10800000">
            <a:off x="158864" y="3942990"/>
            <a:ext cx="849685" cy="7602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 flipH="1" rot="10800000">
            <a:off x="7869801" y="253390"/>
            <a:ext cx="865891" cy="7747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 rot="10800000">
            <a:off x="-27300" y="-14708"/>
            <a:ext cx="721800" cy="1378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 rot="5400000">
            <a:off x="-795691" y="902580"/>
            <a:ext cx="2089671" cy="55291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 flipH="1" rot="-5400000">
            <a:off x="7686188" y="3674339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 flipH="1" rot="10800000">
            <a:off x="8079656" y="4128373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 flipH="1" rot="9039692">
            <a:off x="8267460" y="380980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 flipH="1" rot="-9620968">
            <a:off x="8655321" y="405740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30"/>
          <p:cNvGrpSpPr/>
          <p:nvPr/>
        </p:nvGrpSpPr>
        <p:grpSpPr>
          <a:xfrm rot="-5400000">
            <a:off x="7669375" y="-85537"/>
            <a:ext cx="1373725" cy="1575500"/>
            <a:chOff x="3306050" y="1157725"/>
            <a:chExt cx="1373725" cy="1575500"/>
          </a:xfrm>
        </p:grpSpPr>
        <p:sp>
          <p:nvSpPr>
            <p:cNvPr id="234" name="Google Shape;234;p30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30"/>
          <p:cNvSpPr/>
          <p:nvPr/>
        </p:nvSpPr>
        <p:spPr>
          <a:xfrm flipH="1" rot="10800000">
            <a:off x="249202" y="4186256"/>
            <a:ext cx="423824" cy="37921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0"/>
          <p:cNvSpPr/>
          <p:nvPr/>
        </p:nvSpPr>
        <p:spPr>
          <a:xfrm flipH="1" rot="9039692">
            <a:off x="94410" y="4654740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0"/>
          <p:cNvSpPr/>
          <p:nvPr/>
        </p:nvSpPr>
        <p:spPr>
          <a:xfrm flipH="1" rot="-9620968">
            <a:off x="413096" y="484026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/>
          <p:nvPr/>
        </p:nvSpPr>
        <p:spPr>
          <a:xfrm flipH="1" rot="5400000">
            <a:off x="79161" y="3571408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31"/>
          <p:cNvGrpSpPr/>
          <p:nvPr/>
        </p:nvGrpSpPr>
        <p:grpSpPr>
          <a:xfrm flipH="1" rot="-3438117">
            <a:off x="7231484" y="490864"/>
            <a:ext cx="1004345" cy="991737"/>
            <a:chOff x="623875" y="3501825"/>
            <a:chExt cx="1129625" cy="1115550"/>
          </a:xfrm>
        </p:grpSpPr>
        <p:sp>
          <p:nvSpPr>
            <p:cNvPr id="252" name="Google Shape;252;p31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31"/>
          <p:cNvGrpSpPr/>
          <p:nvPr/>
        </p:nvGrpSpPr>
        <p:grpSpPr>
          <a:xfrm flipH="1" rot="5400000">
            <a:off x="108167" y="-93596"/>
            <a:ext cx="1373725" cy="1575500"/>
            <a:chOff x="3306050" y="1157725"/>
            <a:chExt cx="1373725" cy="1575500"/>
          </a:xfrm>
        </p:grpSpPr>
        <p:sp>
          <p:nvSpPr>
            <p:cNvPr id="264" name="Google Shape;264;p31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31"/>
          <p:cNvGrpSpPr/>
          <p:nvPr/>
        </p:nvGrpSpPr>
        <p:grpSpPr>
          <a:xfrm flipH="1">
            <a:off x="7364750" y="3698050"/>
            <a:ext cx="1746675" cy="1445450"/>
            <a:chOff x="763475" y="1235400"/>
            <a:chExt cx="1746675" cy="1445450"/>
          </a:xfrm>
        </p:grpSpPr>
        <p:sp>
          <p:nvSpPr>
            <p:cNvPr id="273" name="Google Shape;273;p31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31"/>
          <p:cNvSpPr/>
          <p:nvPr/>
        </p:nvSpPr>
        <p:spPr>
          <a:xfrm flipH="1" rot="10800000">
            <a:off x="264281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1"/>
          <p:cNvSpPr/>
          <p:nvPr/>
        </p:nvSpPr>
        <p:spPr>
          <a:xfrm flipH="1" rot="9039692">
            <a:off x="472060" y="39791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/>
          <p:nvPr/>
        </p:nvSpPr>
        <p:spPr>
          <a:xfrm flipH="1" rot="-9620968">
            <a:off x="800871" y="422675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1"/>
          <p:cNvSpPr txBox="1"/>
          <p:nvPr>
            <p:ph type="title"/>
          </p:nvPr>
        </p:nvSpPr>
        <p:spPr>
          <a:xfrm>
            <a:off x="1901900" y="2573068"/>
            <a:ext cx="540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31"/>
          <p:cNvSpPr txBox="1"/>
          <p:nvPr>
            <p:ph idx="2" type="title"/>
          </p:nvPr>
        </p:nvSpPr>
        <p:spPr>
          <a:xfrm>
            <a:off x="3917600" y="15297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84" name="Google Shape;284;p31"/>
          <p:cNvSpPr txBox="1"/>
          <p:nvPr>
            <p:ph idx="1" type="subTitle"/>
          </p:nvPr>
        </p:nvSpPr>
        <p:spPr>
          <a:xfrm>
            <a:off x="1901900" y="3128958"/>
            <a:ext cx="54054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/>
          <p:nvPr/>
        </p:nvSpPr>
        <p:spPr>
          <a:xfrm>
            <a:off x="8473804" y="2561325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312725" y="36136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7699350" y="76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32"/>
          <p:cNvGrpSpPr/>
          <p:nvPr/>
        </p:nvGrpSpPr>
        <p:grpSpPr>
          <a:xfrm rot="5400000">
            <a:off x="7866850" y="-8925"/>
            <a:ext cx="1227250" cy="1314775"/>
            <a:chOff x="5368525" y="1294325"/>
            <a:chExt cx="1227250" cy="1314775"/>
          </a:xfrm>
        </p:grpSpPr>
        <p:sp>
          <p:nvSpPr>
            <p:cNvPr id="291" name="Google Shape;291;p32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32"/>
          <p:cNvGrpSpPr/>
          <p:nvPr/>
        </p:nvGrpSpPr>
        <p:grpSpPr>
          <a:xfrm>
            <a:off x="35839" y="4202049"/>
            <a:ext cx="985850" cy="885000"/>
            <a:chOff x="35839" y="4202049"/>
            <a:chExt cx="985850" cy="885000"/>
          </a:xfrm>
        </p:grpSpPr>
        <p:sp>
          <p:nvSpPr>
            <p:cNvPr id="295" name="Google Shape;295;p32"/>
            <p:cNvSpPr/>
            <p:nvPr/>
          </p:nvSpPr>
          <p:spPr>
            <a:xfrm>
              <a:off x="624889" y="4400524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834164" y="4774724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505539" y="4855249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359389" y="4574874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2"/>
            <p:cNvSpPr/>
            <p:nvPr/>
          </p:nvSpPr>
          <p:spPr>
            <a:xfrm>
              <a:off x="293314" y="4202049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35839" y="4379024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137339" y="4768849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32"/>
          <p:cNvSpPr txBox="1"/>
          <p:nvPr>
            <p:ph type="title"/>
          </p:nvPr>
        </p:nvSpPr>
        <p:spPr>
          <a:xfrm>
            <a:off x="1376667" y="1476513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1376674" y="1862290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2"/>
          <p:cNvSpPr txBox="1"/>
          <p:nvPr>
            <p:ph idx="2" type="title"/>
          </p:nvPr>
        </p:nvSpPr>
        <p:spPr>
          <a:xfrm>
            <a:off x="1393615" y="325115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5" name="Google Shape;305;p32"/>
          <p:cNvSpPr txBox="1"/>
          <p:nvPr>
            <p:ph idx="3" type="subTitle"/>
          </p:nvPr>
        </p:nvSpPr>
        <p:spPr>
          <a:xfrm>
            <a:off x="1393622" y="363240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2"/>
          <p:cNvSpPr txBox="1"/>
          <p:nvPr>
            <p:ph idx="4" type="title"/>
          </p:nvPr>
        </p:nvSpPr>
        <p:spPr>
          <a:xfrm>
            <a:off x="4008684" y="147650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7" name="Google Shape;307;p32"/>
          <p:cNvSpPr txBox="1"/>
          <p:nvPr>
            <p:ph idx="5" type="subTitle"/>
          </p:nvPr>
        </p:nvSpPr>
        <p:spPr>
          <a:xfrm>
            <a:off x="4008686" y="186227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2"/>
          <p:cNvSpPr txBox="1"/>
          <p:nvPr>
            <p:ph idx="6" type="title"/>
          </p:nvPr>
        </p:nvSpPr>
        <p:spPr>
          <a:xfrm>
            <a:off x="6640721" y="1476513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09" name="Google Shape;309;p32"/>
          <p:cNvSpPr txBox="1"/>
          <p:nvPr>
            <p:ph idx="7" type="subTitle"/>
          </p:nvPr>
        </p:nvSpPr>
        <p:spPr>
          <a:xfrm>
            <a:off x="6640721" y="1862166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2"/>
          <p:cNvSpPr txBox="1"/>
          <p:nvPr>
            <p:ph idx="8" type="title"/>
          </p:nvPr>
        </p:nvSpPr>
        <p:spPr>
          <a:xfrm>
            <a:off x="4008692" y="325115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1" name="Google Shape;311;p32"/>
          <p:cNvSpPr txBox="1"/>
          <p:nvPr>
            <p:ph idx="9" type="subTitle"/>
          </p:nvPr>
        </p:nvSpPr>
        <p:spPr>
          <a:xfrm>
            <a:off x="4008694" y="363240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2"/>
          <p:cNvSpPr txBox="1"/>
          <p:nvPr>
            <p:ph idx="13" type="title"/>
          </p:nvPr>
        </p:nvSpPr>
        <p:spPr>
          <a:xfrm>
            <a:off x="6623771" y="3245010"/>
            <a:ext cx="179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3" name="Google Shape;313;p32"/>
          <p:cNvSpPr txBox="1"/>
          <p:nvPr>
            <p:ph idx="14" type="subTitle"/>
          </p:nvPr>
        </p:nvSpPr>
        <p:spPr>
          <a:xfrm>
            <a:off x="6623768" y="3626267"/>
            <a:ext cx="179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2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/>
          <p:nvPr/>
        </p:nvSpPr>
        <p:spPr>
          <a:xfrm>
            <a:off x="0" y="4819921"/>
            <a:ext cx="3757050" cy="33009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3"/>
          <p:cNvSpPr/>
          <p:nvPr/>
        </p:nvSpPr>
        <p:spPr>
          <a:xfrm flipH="1" rot="-5400000">
            <a:off x="7756200" y="-250200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6250493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p33"/>
          <p:cNvGrpSpPr/>
          <p:nvPr/>
        </p:nvGrpSpPr>
        <p:grpSpPr>
          <a:xfrm>
            <a:off x="219713" y="133350"/>
            <a:ext cx="1004350" cy="797900"/>
            <a:chOff x="219713" y="133350"/>
            <a:chExt cx="1004350" cy="797900"/>
          </a:xfrm>
        </p:grpSpPr>
        <p:sp>
          <p:nvSpPr>
            <p:cNvPr id="320" name="Google Shape;320;p33"/>
            <p:cNvSpPr/>
            <p:nvPr/>
          </p:nvSpPr>
          <p:spPr>
            <a:xfrm>
              <a:off x="1026988" y="4319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3"/>
            <p:cNvSpPr/>
            <p:nvPr/>
          </p:nvSpPr>
          <p:spPr>
            <a:xfrm>
              <a:off x="842413" y="1333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3"/>
            <p:cNvSpPr/>
            <p:nvPr/>
          </p:nvSpPr>
          <p:spPr>
            <a:xfrm>
              <a:off x="712588" y="57647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3"/>
            <p:cNvSpPr/>
            <p:nvPr/>
          </p:nvSpPr>
          <p:spPr>
            <a:xfrm>
              <a:off x="478550" y="347300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307613" y="133350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219713" y="46430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487113" y="77072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33"/>
          <p:cNvGrpSpPr/>
          <p:nvPr/>
        </p:nvGrpSpPr>
        <p:grpSpPr>
          <a:xfrm>
            <a:off x="8032088" y="4143953"/>
            <a:ext cx="1110575" cy="975450"/>
            <a:chOff x="3575725" y="3248450"/>
            <a:chExt cx="1110575" cy="975450"/>
          </a:xfrm>
        </p:grpSpPr>
        <p:sp>
          <p:nvSpPr>
            <p:cNvPr id="328" name="Google Shape;328;p33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/>
          <p:nvPr/>
        </p:nvSpPr>
        <p:spPr>
          <a:xfrm flipH="1">
            <a:off x="6288692" y="-7292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6"/>
          <p:cNvSpPr/>
          <p:nvPr/>
        </p:nvSpPr>
        <p:spPr>
          <a:xfrm flipH="1" rot="10800000">
            <a:off x="6853096" y="14619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6"/>
          <p:cNvSpPr/>
          <p:nvPr/>
        </p:nvSpPr>
        <p:spPr>
          <a:xfrm rot="-5400000">
            <a:off x="7111350" y="3138850"/>
            <a:ext cx="1650300" cy="2415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6"/>
          <p:cNvSpPr/>
          <p:nvPr/>
        </p:nvSpPr>
        <p:spPr>
          <a:xfrm rot="-5400000">
            <a:off x="-899989" y="8614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" name="Google Shape;336;p36"/>
          <p:cNvGrpSpPr/>
          <p:nvPr/>
        </p:nvGrpSpPr>
        <p:grpSpPr>
          <a:xfrm>
            <a:off x="158725" y="154258"/>
            <a:ext cx="985850" cy="708025"/>
            <a:chOff x="158725" y="154258"/>
            <a:chExt cx="985850" cy="708025"/>
          </a:xfrm>
        </p:grpSpPr>
        <p:sp>
          <p:nvSpPr>
            <p:cNvPr id="337" name="Google Shape;337;p36"/>
            <p:cNvSpPr/>
            <p:nvPr/>
          </p:nvSpPr>
          <p:spPr>
            <a:xfrm flipH="1" rot="10800000">
              <a:off x="747775" y="490833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6"/>
            <p:cNvSpPr/>
            <p:nvPr/>
          </p:nvSpPr>
          <p:spPr>
            <a:xfrm flipH="1" rot="10800000">
              <a:off x="957050" y="280983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6"/>
            <p:cNvSpPr/>
            <p:nvPr/>
          </p:nvSpPr>
          <p:spPr>
            <a:xfrm flipH="1" rot="10800000">
              <a:off x="628425" y="154258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6"/>
            <p:cNvSpPr/>
            <p:nvPr/>
          </p:nvSpPr>
          <p:spPr>
            <a:xfrm flipH="1" rot="10800000">
              <a:off x="482275" y="47218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6"/>
            <p:cNvSpPr/>
            <p:nvPr/>
          </p:nvSpPr>
          <p:spPr>
            <a:xfrm flipH="1" rot="10800000">
              <a:off x="158725" y="681908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6"/>
            <p:cNvSpPr/>
            <p:nvPr/>
          </p:nvSpPr>
          <p:spPr>
            <a:xfrm flipH="1" rot="10800000">
              <a:off x="260225" y="311933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36"/>
          <p:cNvGrpSpPr/>
          <p:nvPr/>
        </p:nvGrpSpPr>
        <p:grpSpPr>
          <a:xfrm flipH="1" rot="-1787720">
            <a:off x="6772464" y="629542"/>
            <a:ext cx="1736238" cy="814119"/>
            <a:chOff x="503325" y="3713675"/>
            <a:chExt cx="1736250" cy="814125"/>
          </a:xfrm>
        </p:grpSpPr>
        <p:sp>
          <p:nvSpPr>
            <p:cNvPr id="344" name="Google Shape;344;p36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6"/>
          <p:cNvGrpSpPr/>
          <p:nvPr/>
        </p:nvGrpSpPr>
        <p:grpSpPr>
          <a:xfrm rot="10800000">
            <a:off x="-20619" y="3982492"/>
            <a:ext cx="1863224" cy="1189018"/>
            <a:chOff x="4946725" y="3223150"/>
            <a:chExt cx="2101775" cy="1341250"/>
          </a:xfrm>
        </p:grpSpPr>
        <p:sp>
          <p:nvSpPr>
            <p:cNvPr id="347" name="Google Shape;347;p36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6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6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36"/>
          <p:cNvGrpSpPr/>
          <p:nvPr/>
        </p:nvGrpSpPr>
        <p:grpSpPr>
          <a:xfrm flipH="1">
            <a:off x="7390025" y="3698050"/>
            <a:ext cx="1746675" cy="1445450"/>
            <a:chOff x="763475" y="1235400"/>
            <a:chExt cx="1746675" cy="1445450"/>
          </a:xfrm>
        </p:grpSpPr>
        <p:sp>
          <p:nvSpPr>
            <p:cNvPr id="369" name="Google Shape;369;p3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36"/>
          <p:cNvSpPr txBox="1"/>
          <p:nvPr>
            <p:ph type="title"/>
          </p:nvPr>
        </p:nvSpPr>
        <p:spPr>
          <a:xfrm>
            <a:off x="1075750" y="2785850"/>
            <a:ext cx="45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6" name="Google Shape;376;p36"/>
          <p:cNvSpPr txBox="1"/>
          <p:nvPr>
            <p:ph idx="2" type="title"/>
          </p:nvPr>
        </p:nvSpPr>
        <p:spPr>
          <a:xfrm>
            <a:off x="1075750" y="16339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77" name="Google Shape;377;p36"/>
          <p:cNvSpPr txBox="1"/>
          <p:nvPr>
            <p:ph idx="1" type="subTitle"/>
          </p:nvPr>
        </p:nvSpPr>
        <p:spPr>
          <a:xfrm>
            <a:off x="1075750" y="3308352"/>
            <a:ext cx="4596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/>
          <p:nvPr/>
        </p:nvSpPr>
        <p:spPr>
          <a:xfrm>
            <a:off x="38351" y="4198200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7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7"/>
          <p:cNvSpPr/>
          <p:nvPr/>
        </p:nvSpPr>
        <p:spPr>
          <a:xfrm>
            <a:off x="-2357" y="4649188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p37"/>
          <p:cNvGrpSpPr/>
          <p:nvPr/>
        </p:nvGrpSpPr>
        <p:grpSpPr>
          <a:xfrm flipH="1">
            <a:off x="-63762" y="65266"/>
            <a:ext cx="1794916" cy="1145428"/>
            <a:chOff x="4946725" y="3223150"/>
            <a:chExt cx="2101775" cy="1341250"/>
          </a:xfrm>
        </p:grpSpPr>
        <p:sp>
          <p:nvSpPr>
            <p:cNvPr id="383" name="Google Shape;383;p37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37"/>
          <p:cNvSpPr txBox="1"/>
          <p:nvPr>
            <p:ph idx="1" type="subTitle"/>
          </p:nvPr>
        </p:nvSpPr>
        <p:spPr>
          <a:xfrm>
            <a:off x="4199275" y="1288625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405" name="Google Shape;405;p37"/>
          <p:cNvSpPr txBox="1"/>
          <p:nvPr>
            <p:ph idx="2" type="subTitle"/>
          </p:nvPr>
        </p:nvSpPr>
        <p:spPr>
          <a:xfrm flipH="1">
            <a:off x="4199425" y="2880174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subTitle"/>
          </p:nvPr>
        </p:nvSpPr>
        <p:spPr>
          <a:xfrm>
            <a:off x="4199299" y="1756150"/>
            <a:ext cx="4224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4" type="subTitle"/>
          </p:nvPr>
        </p:nvSpPr>
        <p:spPr>
          <a:xfrm flipH="1">
            <a:off x="4199415" y="3352328"/>
            <a:ext cx="4224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type="title"/>
          </p:nvPr>
        </p:nvSpPr>
        <p:spPr>
          <a:xfrm flipH="1"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38"/>
          <p:cNvSpPr/>
          <p:nvPr/>
        </p:nvSpPr>
        <p:spPr>
          <a:xfrm>
            <a:off x="-14584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2229200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8466525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38"/>
          <p:cNvGrpSpPr/>
          <p:nvPr/>
        </p:nvGrpSpPr>
        <p:grpSpPr>
          <a:xfrm rot="10800000">
            <a:off x="7397325" y="8650"/>
            <a:ext cx="1746675" cy="1445450"/>
            <a:chOff x="763475" y="1235400"/>
            <a:chExt cx="1746675" cy="1445450"/>
          </a:xfrm>
        </p:grpSpPr>
        <p:sp>
          <p:nvSpPr>
            <p:cNvPr id="415" name="Google Shape;415;p38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8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1" name="Google Shape;421;p38"/>
          <p:cNvSpPr/>
          <p:nvPr/>
        </p:nvSpPr>
        <p:spPr>
          <a:xfrm>
            <a:off x="168487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334204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437788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218501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8"/>
          <p:cNvSpPr txBox="1"/>
          <p:nvPr>
            <p:ph idx="1" type="subTitle"/>
          </p:nvPr>
        </p:nvSpPr>
        <p:spPr>
          <a:xfrm>
            <a:off x="736475" y="1319825"/>
            <a:ext cx="7704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8466513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9"/>
          <p:cNvSpPr/>
          <p:nvPr/>
        </p:nvSpPr>
        <p:spPr>
          <a:xfrm flipH="1" rot="10800000">
            <a:off x="7959146" y="-23380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39"/>
          <p:cNvGrpSpPr/>
          <p:nvPr/>
        </p:nvGrpSpPr>
        <p:grpSpPr>
          <a:xfrm rot="10800000">
            <a:off x="7739509" y="0"/>
            <a:ext cx="1404501" cy="1162286"/>
            <a:chOff x="763475" y="1235400"/>
            <a:chExt cx="1746675" cy="1445450"/>
          </a:xfrm>
        </p:grpSpPr>
        <p:sp>
          <p:nvSpPr>
            <p:cNvPr id="431" name="Google Shape;431;p39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7" name="Google Shape;437;p39"/>
          <p:cNvSpPr/>
          <p:nvPr/>
        </p:nvSpPr>
        <p:spPr>
          <a:xfrm flipH="1" rot="10800000">
            <a:off x="143526" y="4668021"/>
            <a:ext cx="317912" cy="2844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9"/>
          <p:cNvSpPr/>
          <p:nvPr/>
        </p:nvSpPr>
        <p:spPr>
          <a:xfrm flipH="1" rot="10800000">
            <a:off x="269001" y="4264804"/>
            <a:ext cx="270181" cy="241746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9"/>
          <p:cNvSpPr/>
          <p:nvPr/>
        </p:nvSpPr>
        <p:spPr>
          <a:xfrm flipH="1" rot="10800000">
            <a:off x="539176" y="4668029"/>
            <a:ext cx="200931" cy="1797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41" name="Google Shape;441;p39"/>
          <p:cNvSpPr/>
          <p:nvPr/>
        </p:nvSpPr>
        <p:spPr>
          <a:xfrm flipH="1" rot="10800000">
            <a:off x="269001" y="456290"/>
            <a:ext cx="789025" cy="7059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idx="1" type="subTitle"/>
          </p:nvPr>
        </p:nvSpPr>
        <p:spPr>
          <a:xfrm>
            <a:off x="1914625" y="2332044"/>
            <a:ext cx="53148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0"/>
          <p:cNvSpPr txBox="1"/>
          <p:nvPr>
            <p:ph type="title"/>
          </p:nvPr>
        </p:nvSpPr>
        <p:spPr>
          <a:xfrm>
            <a:off x="1914575" y="1702656"/>
            <a:ext cx="53148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0"/>
          <p:cNvSpPr/>
          <p:nvPr/>
        </p:nvSpPr>
        <p:spPr>
          <a:xfrm rot="5400000">
            <a:off x="372450" y="-343275"/>
            <a:ext cx="1429200" cy="21741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7871600" y="3114475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0"/>
          <p:cNvSpPr/>
          <p:nvPr/>
        </p:nvSpPr>
        <p:spPr>
          <a:xfrm rot="-5400000">
            <a:off x="7550327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40"/>
          <p:cNvGrpSpPr/>
          <p:nvPr/>
        </p:nvGrpSpPr>
        <p:grpSpPr>
          <a:xfrm rot="8838117">
            <a:off x="7920024" y="1339356"/>
            <a:ext cx="1004345" cy="991737"/>
            <a:chOff x="623875" y="3501825"/>
            <a:chExt cx="1129625" cy="1115550"/>
          </a:xfrm>
        </p:grpSpPr>
        <p:sp>
          <p:nvSpPr>
            <p:cNvPr id="449" name="Google Shape;449;p40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0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40"/>
          <p:cNvSpPr/>
          <p:nvPr/>
        </p:nvSpPr>
        <p:spPr>
          <a:xfrm flipH="1" rot="5400000">
            <a:off x="771181" y="-785821"/>
            <a:ext cx="753149" cy="2310209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40"/>
          <p:cNvGrpSpPr/>
          <p:nvPr/>
        </p:nvGrpSpPr>
        <p:grpSpPr>
          <a:xfrm flipH="1" rot="2573076">
            <a:off x="7568239" y="4337886"/>
            <a:ext cx="1655842" cy="875394"/>
            <a:chOff x="1680550" y="2806125"/>
            <a:chExt cx="1655900" cy="875425"/>
          </a:xfrm>
        </p:grpSpPr>
        <p:sp>
          <p:nvSpPr>
            <p:cNvPr id="462" name="Google Shape;462;p40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40"/>
          <p:cNvGrpSpPr/>
          <p:nvPr/>
        </p:nvGrpSpPr>
        <p:grpSpPr>
          <a:xfrm>
            <a:off x="-50" y="1296000"/>
            <a:ext cx="1746675" cy="1445450"/>
            <a:chOff x="763475" y="1235400"/>
            <a:chExt cx="1746675" cy="1445450"/>
          </a:xfrm>
        </p:grpSpPr>
        <p:sp>
          <p:nvSpPr>
            <p:cNvPr id="465" name="Google Shape;465;p40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40"/>
          <p:cNvGrpSpPr/>
          <p:nvPr/>
        </p:nvGrpSpPr>
        <p:grpSpPr>
          <a:xfrm>
            <a:off x="364884" y="3938838"/>
            <a:ext cx="1016802" cy="995869"/>
            <a:chOff x="858497" y="3673151"/>
            <a:chExt cx="1016802" cy="995869"/>
          </a:xfrm>
        </p:grpSpPr>
        <p:sp>
          <p:nvSpPr>
            <p:cNvPr id="472" name="Google Shape;472;p40"/>
            <p:cNvSpPr/>
            <p:nvPr/>
          </p:nvSpPr>
          <p:spPr>
            <a:xfrm rot="8838117">
              <a:off x="1089928" y="4476928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0"/>
            <p:cNvSpPr/>
            <p:nvPr/>
          </p:nvSpPr>
          <p:spPr>
            <a:xfrm rot="8838117">
              <a:off x="1186080" y="4116129"/>
              <a:ext cx="164105" cy="225920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0"/>
            <p:cNvSpPr/>
            <p:nvPr/>
          </p:nvSpPr>
          <p:spPr>
            <a:xfrm rot="8838117">
              <a:off x="898169" y="4280818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0"/>
            <p:cNvSpPr/>
            <p:nvPr/>
          </p:nvSpPr>
          <p:spPr>
            <a:xfrm rot="8838117">
              <a:off x="889854" y="4016642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0"/>
            <p:cNvSpPr/>
            <p:nvPr/>
          </p:nvSpPr>
          <p:spPr>
            <a:xfrm rot="8838117">
              <a:off x="1050861" y="3771042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0"/>
            <p:cNvSpPr/>
            <p:nvPr/>
          </p:nvSpPr>
          <p:spPr>
            <a:xfrm rot="8838117">
              <a:off x="1364308" y="3923609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0"/>
            <p:cNvSpPr/>
            <p:nvPr/>
          </p:nvSpPr>
          <p:spPr>
            <a:xfrm rot="8838117">
              <a:off x="1479215" y="4186794"/>
              <a:ext cx="257527" cy="190004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0"/>
            <p:cNvSpPr/>
            <p:nvPr/>
          </p:nvSpPr>
          <p:spPr>
            <a:xfrm rot="8838117">
              <a:off x="1680844" y="3932811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0"/>
            <p:cNvSpPr/>
            <p:nvPr/>
          </p:nvSpPr>
          <p:spPr>
            <a:xfrm rot="8838117">
              <a:off x="1444048" y="3699841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2075325" y="4198892"/>
            <a:ext cx="1110575" cy="975450"/>
            <a:chOff x="3575725" y="3248450"/>
            <a:chExt cx="1110575" cy="975450"/>
          </a:xfrm>
        </p:grpSpPr>
        <p:sp>
          <p:nvSpPr>
            <p:cNvPr id="482" name="Google Shape;482;p40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40"/>
          <p:cNvGrpSpPr/>
          <p:nvPr/>
        </p:nvGrpSpPr>
        <p:grpSpPr>
          <a:xfrm flipH="1" rot="10800000">
            <a:off x="6056950" y="0"/>
            <a:ext cx="1110575" cy="975450"/>
            <a:chOff x="3575725" y="3248450"/>
            <a:chExt cx="1110575" cy="975450"/>
          </a:xfrm>
        </p:grpSpPr>
        <p:sp>
          <p:nvSpPr>
            <p:cNvPr id="485" name="Google Shape;485;p40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1"/>
          <p:cNvSpPr/>
          <p:nvPr/>
        </p:nvSpPr>
        <p:spPr>
          <a:xfrm rot="10800000">
            <a:off x="0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41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1"/>
          <p:cNvSpPr/>
          <p:nvPr/>
        </p:nvSpPr>
        <p:spPr>
          <a:xfrm flipH="1" rot="5400000">
            <a:off x="73200" y="-7320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1"/>
          <p:cNvSpPr/>
          <p:nvPr/>
        </p:nvSpPr>
        <p:spPr>
          <a:xfrm flipH="1" rot="10800000">
            <a:off x="721905" y="-19540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2" name="Google Shape;492;p41"/>
          <p:cNvGrpSpPr/>
          <p:nvPr/>
        </p:nvGrpSpPr>
        <p:grpSpPr>
          <a:xfrm flipH="1" rot="-3438117">
            <a:off x="393859" y="1050214"/>
            <a:ext cx="1004345" cy="991737"/>
            <a:chOff x="623875" y="3501825"/>
            <a:chExt cx="1129625" cy="1115550"/>
          </a:xfrm>
        </p:grpSpPr>
        <p:sp>
          <p:nvSpPr>
            <p:cNvPr id="493" name="Google Shape;493;p41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1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1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1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1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p41"/>
          <p:cNvGrpSpPr/>
          <p:nvPr/>
        </p:nvGrpSpPr>
        <p:grpSpPr>
          <a:xfrm rot="10800000">
            <a:off x="7876042" y="3783123"/>
            <a:ext cx="1227250" cy="1314775"/>
            <a:chOff x="5368525" y="1294325"/>
            <a:chExt cx="1227250" cy="1314775"/>
          </a:xfrm>
        </p:grpSpPr>
        <p:sp>
          <p:nvSpPr>
            <p:cNvPr id="505" name="Google Shape;505;p41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1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8" name="Google Shape;508;p41"/>
          <p:cNvSpPr txBox="1"/>
          <p:nvPr>
            <p:ph type="title"/>
          </p:nvPr>
        </p:nvSpPr>
        <p:spPr>
          <a:xfrm>
            <a:off x="1970551" y="1299600"/>
            <a:ext cx="51894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" name="Google Shape;511;p42"/>
          <p:cNvGrpSpPr/>
          <p:nvPr/>
        </p:nvGrpSpPr>
        <p:grpSpPr>
          <a:xfrm rot="8838117">
            <a:off x="335074" y="3877231"/>
            <a:ext cx="1004345" cy="991737"/>
            <a:chOff x="623875" y="3501825"/>
            <a:chExt cx="1129625" cy="1115550"/>
          </a:xfrm>
        </p:grpSpPr>
        <p:sp>
          <p:nvSpPr>
            <p:cNvPr id="512" name="Google Shape;512;p4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4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42"/>
          <p:cNvGrpSpPr/>
          <p:nvPr/>
        </p:nvGrpSpPr>
        <p:grpSpPr>
          <a:xfrm rot="-5400000">
            <a:off x="7669378" y="-68325"/>
            <a:ext cx="1373725" cy="1575500"/>
            <a:chOff x="3306050" y="1157725"/>
            <a:chExt cx="1373725" cy="1575500"/>
          </a:xfrm>
        </p:grpSpPr>
        <p:sp>
          <p:nvSpPr>
            <p:cNvPr id="524" name="Google Shape;524;p42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2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2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2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2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2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42"/>
          <p:cNvSpPr/>
          <p:nvPr/>
        </p:nvSpPr>
        <p:spPr>
          <a:xfrm>
            <a:off x="640140" y="458777"/>
            <a:ext cx="331461" cy="29649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558399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2"/>
          <p:cNvSpPr txBox="1"/>
          <p:nvPr>
            <p:ph type="title"/>
          </p:nvPr>
        </p:nvSpPr>
        <p:spPr>
          <a:xfrm>
            <a:off x="3960100" y="979300"/>
            <a:ext cx="36390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5" name="Google Shape;535;p42"/>
          <p:cNvSpPr txBox="1"/>
          <p:nvPr>
            <p:ph idx="1" type="subTitle"/>
          </p:nvPr>
        </p:nvSpPr>
        <p:spPr>
          <a:xfrm>
            <a:off x="3960100" y="2401398"/>
            <a:ext cx="36390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42"/>
          <p:cNvSpPr/>
          <p:nvPr/>
        </p:nvSpPr>
        <p:spPr>
          <a:xfrm>
            <a:off x="8232992" y="2071075"/>
            <a:ext cx="918317" cy="3072426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3"/>
          <p:cNvSpPr txBox="1"/>
          <p:nvPr>
            <p:ph type="title"/>
          </p:nvPr>
        </p:nvSpPr>
        <p:spPr>
          <a:xfrm>
            <a:off x="721900" y="3790800"/>
            <a:ext cx="3159300" cy="827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43"/>
          <p:cNvSpPr/>
          <p:nvPr/>
        </p:nvSpPr>
        <p:spPr>
          <a:xfrm flipH="1" rot="10800000">
            <a:off x="6251820" y="401004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/>
          <p:nvPr/>
        </p:nvSpPr>
        <p:spPr>
          <a:xfrm rot="10800000">
            <a:off x="-4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3"/>
          <p:cNvSpPr/>
          <p:nvPr/>
        </p:nvSpPr>
        <p:spPr>
          <a:xfrm rot="10800000">
            <a:off x="-7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43"/>
          <p:cNvGrpSpPr/>
          <p:nvPr/>
        </p:nvGrpSpPr>
        <p:grpSpPr>
          <a:xfrm rot="3438117">
            <a:off x="908168" y="490864"/>
            <a:ext cx="1004345" cy="991737"/>
            <a:chOff x="623875" y="3501825"/>
            <a:chExt cx="1129625" cy="1115550"/>
          </a:xfrm>
        </p:grpSpPr>
        <p:sp>
          <p:nvSpPr>
            <p:cNvPr id="543" name="Google Shape;543;p43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3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3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3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3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3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43"/>
          <p:cNvSpPr/>
          <p:nvPr/>
        </p:nvSpPr>
        <p:spPr>
          <a:xfrm rot="10800000">
            <a:off x="8326513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/>
          <p:nvPr/>
        </p:nvSpPr>
        <p:spPr>
          <a:xfrm flipH="1">
            <a:off x="8335482" y="408827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4"/>
          <p:cNvSpPr/>
          <p:nvPr/>
        </p:nvSpPr>
        <p:spPr>
          <a:xfrm flipH="1">
            <a:off x="77382" y="108902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44"/>
          <p:cNvGrpSpPr/>
          <p:nvPr/>
        </p:nvGrpSpPr>
        <p:grpSpPr>
          <a:xfrm flipH="1" rot="10800000">
            <a:off x="7071392" y="3762325"/>
            <a:ext cx="2101775" cy="1341250"/>
            <a:chOff x="4946725" y="3223150"/>
            <a:chExt cx="2101775" cy="1341250"/>
          </a:xfrm>
        </p:grpSpPr>
        <p:sp>
          <p:nvSpPr>
            <p:cNvPr id="559" name="Google Shape;559;p44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4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4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4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4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4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4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4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4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4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4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4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4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4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44"/>
          <p:cNvGrpSpPr/>
          <p:nvPr/>
        </p:nvGrpSpPr>
        <p:grpSpPr>
          <a:xfrm>
            <a:off x="0" y="224325"/>
            <a:ext cx="1746675" cy="1445450"/>
            <a:chOff x="763475" y="1235400"/>
            <a:chExt cx="1746675" cy="1445450"/>
          </a:xfrm>
        </p:grpSpPr>
        <p:sp>
          <p:nvSpPr>
            <p:cNvPr id="581" name="Google Shape;581;p4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p44"/>
          <p:cNvSpPr/>
          <p:nvPr/>
        </p:nvSpPr>
        <p:spPr>
          <a:xfrm rot="10800000">
            <a:off x="7808700" y="-1"/>
            <a:ext cx="1335300" cy="1466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7598250" y="1825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4"/>
          <p:cNvSpPr/>
          <p:nvPr/>
        </p:nvSpPr>
        <p:spPr>
          <a:xfrm flipH="1" rot="5400000">
            <a:off x="256161" y="3748408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4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p44"/>
          <p:cNvGrpSpPr/>
          <p:nvPr/>
        </p:nvGrpSpPr>
        <p:grpSpPr>
          <a:xfrm flipH="1">
            <a:off x="7199525" y="176375"/>
            <a:ext cx="972750" cy="956100"/>
            <a:chOff x="8099625" y="4181100"/>
            <a:chExt cx="972750" cy="956100"/>
          </a:xfrm>
        </p:grpSpPr>
        <p:sp>
          <p:nvSpPr>
            <p:cNvPr id="592" name="Google Shape;592;p44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4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4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4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4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4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4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4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p44"/>
          <p:cNvSpPr txBox="1"/>
          <p:nvPr>
            <p:ph hasCustomPrompt="1" type="title"/>
          </p:nvPr>
        </p:nvSpPr>
        <p:spPr>
          <a:xfrm>
            <a:off x="1284000" y="1636458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01" name="Google Shape;601;p44"/>
          <p:cNvSpPr txBox="1"/>
          <p:nvPr>
            <p:ph idx="1" type="subTitle"/>
          </p:nvPr>
        </p:nvSpPr>
        <p:spPr>
          <a:xfrm>
            <a:off x="1284000" y="3042639"/>
            <a:ext cx="65760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1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46"/>
          <p:cNvSpPr txBox="1"/>
          <p:nvPr>
            <p:ph type="title"/>
          </p:nvPr>
        </p:nvSpPr>
        <p:spPr>
          <a:xfrm flipH="1">
            <a:off x="2853950" y="2785849"/>
            <a:ext cx="460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5" name="Google Shape;605;p46"/>
          <p:cNvSpPr txBox="1"/>
          <p:nvPr>
            <p:ph idx="2" type="title"/>
          </p:nvPr>
        </p:nvSpPr>
        <p:spPr>
          <a:xfrm flipH="1">
            <a:off x="6087950" y="164660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6" name="Google Shape;606;p46"/>
          <p:cNvSpPr txBox="1"/>
          <p:nvPr>
            <p:ph idx="1" type="subTitle"/>
          </p:nvPr>
        </p:nvSpPr>
        <p:spPr>
          <a:xfrm flipH="1">
            <a:off x="2853950" y="3308350"/>
            <a:ext cx="4608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46"/>
          <p:cNvSpPr/>
          <p:nvPr/>
        </p:nvSpPr>
        <p:spPr>
          <a:xfrm flipH="1">
            <a:off x="1669" y="3114600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6"/>
          <p:cNvSpPr/>
          <p:nvPr/>
        </p:nvSpPr>
        <p:spPr>
          <a:xfrm flipH="1" rot="5400000">
            <a:off x="-947152" y="2082059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46"/>
          <p:cNvGrpSpPr/>
          <p:nvPr/>
        </p:nvGrpSpPr>
        <p:grpSpPr>
          <a:xfrm flipH="1" rot="-8838117">
            <a:off x="269836" y="1685531"/>
            <a:ext cx="1004345" cy="991737"/>
            <a:chOff x="623875" y="3501825"/>
            <a:chExt cx="1129625" cy="1115550"/>
          </a:xfrm>
        </p:grpSpPr>
        <p:sp>
          <p:nvSpPr>
            <p:cNvPr id="610" name="Google Shape;610;p46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6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6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6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6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6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6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6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6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6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46"/>
          <p:cNvSpPr/>
          <p:nvPr/>
        </p:nvSpPr>
        <p:spPr>
          <a:xfrm rot="10800000">
            <a:off x="5386950" y="-14584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p46"/>
          <p:cNvGrpSpPr/>
          <p:nvPr/>
        </p:nvGrpSpPr>
        <p:grpSpPr>
          <a:xfrm>
            <a:off x="7770275" y="3553404"/>
            <a:ext cx="1373725" cy="1575500"/>
            <a:chOff x="3306050" y="1157725"/>
            <a:chExt cx="1373725" cy="1575500"/>
          </a:xfrm>
        </p:grpSpPr>
        <p:sp>
          <p:nvSpPr>
            <p:cNvPr id="623" name="Google Shape;623;p46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6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1" name="Google Shape;631;p46"/>
          <p:cNvGrpSpPr/>
          <p:nvPr/>
        </p:nvGrpSpPr>
        <p:grpSpPr>
          <a:xfrm flipH="1" rot="10800000">
            <a:off x="1211325" y="0"/>
            <a:ext cx="1746675" cy="1445450"/>
            <a:chOff x="763475" y="1235400"/>
            <a:chExt cx="1746675" cy="1445450"/>
          </a:xfrm>
        </p:grpSpPr>
        <p:sp>
          <p:nvSpPr>
            <p:cNvPr id="632" name="Google Shape;632;p4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7"/>
          <p:cNvSpPr/>
          <p:nvPr/>
        </p:nvSpPr>
        <p:spPr>
          <a:xfrm rot="5400000">
            <a:off x="364950" y="3979338"/>
            <a:ext cx="15888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47"/>
          <p:cNvSpPr/>
          <p:nvPr/>
        </p:nvSpPr>
        <p:spPr>
          <a:xfrm flipH="1">
            <a:off x="7706574" y="-7292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7"/>
          <p:cNvSpPr/>
          <p:nvPr/>
        </p:nvSpPr>
        <p:spPr>
          <a:xfrm rot="10800000">
            <a:off x="-6513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p47"/>
          <p:cNvGrpSpPr/>
          <p:nvPr/>
        </p:nvGrpSpPr>
        <p:grpSpPr>
          <a:xfrm rot="-5400000">
            <a:off x="8030568" y="-24589"/>
            <a:ext cx="783256" cy="1016804"/>
            <a:chOff x="8159223" y="4035017"/>
            <a:chExt cx="783256" cy="1016804"/>
          </a:xfrm>
        </p:grpSpPr>
        <p:sp>
          <p:nvSpPr>
            <p:cNvPr id="643" name="Google Shape;643;p47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7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7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7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7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7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7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7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47"/>
          <p:cNvGrpSpPr/>
          <p:nvPr/>
        </p:nvGrpSpPr>
        <p:grpSpPr>
          <a:xfrm>
            <a:off x="8034550" y="4168050"/>
            <a:ext cx="1110575" cy="975450"/>
            <a:chOff x="3575725" y="3248450"/>
            <a:chExt cx="1110575" cy="975450"/>
          </a:xfrm>
        </p:grpSpPr>
        <p:sp>
          <p:nvSpPr>
            <p:cNvPr id="652" name="Google Shape;652;p4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4" name="Google Shape;654;p47"/>
          <p:cNvSpPr/>
          <p:nvPr/>
        </p:nvSpPr>
        <p:spPr>
          <a:xfrm>
            <a:off x="58725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47"/>
          <p:cNvGrpSpPr/>
          <p:nvPr/>
        </p:nvGrpSpPr>
        <p:grpSpPr>
          <a:xfrm flipH="1" rot="10800000">
            <a:off x="-52614" y="431999"/>
            <a:ext cx="1655900" cy="875425"/>
            <a:chOff x="1680550" y="2806125"/>
            <a:chExt cx="1655900" cy="875425"/>
          </a:xfrm>
        </p:grpSpPr>
        <p:sp>
          <p:nvSpPr>
            <p:cNvPr id="656" name="Google Shape;656;p47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7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8" name="Google Shape;658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8"/>
          <p:cNvSpPr/>
          <p:nvPr/>
        </p:nvSpPr>
        <p:spPr>
          <a:xfrm flipH="1" rot="10800000">
            <a:off x="6" y="-10"/>
            <a:ext cx="1110600" cy="1219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8"/>
          <p:cNvSpPr/>
          <p:nvPr/>
        </p:nvSpPr>
        <p:spPr>
          <a:xfrm flipH="1">
            <a:off x="-7248" y="-5923"/>
            <a:ext cx="1285600" cy="1379416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48"/>
          <p:cNvSpPr/>
          <p:nvPr/>
        </p:nvSpPr>
        <p:spPr>
          <a:xfrm flipH="1">
            <a:off x="7390017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3" name="Google Shape;663;p48"/>
          <p:cNvGrpSpPr/>
          <p:nvPr/>
        </p:nvGrpSpPr>
        <p:grpSpPr>
          <a:xfrm flipH="1" rot="-3438117">
            <a:off x="7761196" y="439439"/>
            <a:ext cx="1004345" cy="991737"/>
            <a:chOff x="623875" y="3501825"/>
            <a:chExt cx="1129625" cy="1115550"/>
          </a:xfrm>
        </p:grpSpPr>
        <p:sp>
          <p:nvSpPr>
            <p:cNvPr id="664" name="Google Shape;664;p48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8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8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8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8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5" name="Google Shape;675;p48"/>
          <p:cNvSpPr/>
          <p:nvPr/>
        </p:nvSpPr>
        <p:spPr>
          <a:xfrm flipH="1" rot="10800000">
            <a:off x="90373" y="4704245"/>
            <a:ext cx="368035" cy="32938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48"/>
          <p:cNvSpPr/>
          <p:nvPr/>
        </p:nvSpPr>
        <p:spPr>
          <a:xfrm flipH="1" rot="9039692">
            <a:off x="212885" y="42573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48"/>
          <p:cNvSpPr/>
          <p:nvPr/>
        </p:nvSpPr>
        <p:spPr>
          <a:xfrm flipH="1" rot="-9620968">
            <a:off x="516821" y="46533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9" name="Google Shape;679;p48"/>
          <p:cNvSpPr/>
          <p:nvPr/>
        </p:nvSpPr>
        <p:spPr>
          <a:xfrm flipH="1" rot="10800000">
            <a:off x="8625698" y="4741724"/>
            <a:ext cx="326237" cy="29190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8"/>
          <p:cNvSpPr/>
          <p:nvPr/>
        </p:nvSpPr>
        <p:spPr>
          <a:xfrm flipH="1" rot="9039692">
            <a:off x="8606510" y="43295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48"/>
          <p:cNvSpPr/>
          <p:nvPr/>
        </p:nvSpPr>
        <p:spPr>
          <a:xfrm flipH="1" rot="-9620968">
            <a:off x="8365771" y="45811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1_1_1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9"/>
          <p:cNvSpPr/>
          <p:nvPr/>
        </p:nvSpPr>
        <p:spPr>
          <a:xfrm flipH="1" rot="5400000">
            <a:off x="-39199" y="15358"/>
            <a:ext cx="1137600" cy="109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7780650" y="-50"/>
            <a:ext cx="1363352" cy="1462841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9"/>
          <p:cNvSpPr/>
          <p:nvPr/>
        </p:nvSpPr>
        <p:spPr>
          <a:xfrm>
            <a:off x="3021650" y="4918525"/>
            <a:ext cx="3100693" cy="22497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6" name="Google Shape;686;p49"/>
          <p:cNvGrpSpPr/>
          <p:nvPr/>
        </p:nvGrpSpPr>
        <p:grpSpPr>
          <a:xfrm>
            <a:off x="0" y="8650"/>
            <a:ext cx="1746675" cy="1445450"/>
            <a:chOff x="763475" y="1235400"/>
            <a:chExt cx="1746675" cy="1445450"/>
          </a:xfrm>
        </p:grpSpPr>
        <p:sp>
          <p:nvSpPr>
            <p:cNvPr id="687" name="Google Shape;687;p49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9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49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9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9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3" name="Google Shape;693;p49"/>
          <p:cNvSpPr/>
          <p:nvPr/>
        </p:nvSpPr>
        <p:spPr>
          <a:xfrm>
            <a:off x="8344718" y="323138"/>
            <a:ext cx="640076" cy="57271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49"/>
          <p:cNvSpPr txBox="1"/>
          <p:nvPr>
            <p:ph type="title"/>
          </p:nvPr>
        </p:nvSpPr>
        <p:spPr>
          <a:xfrm>
            <a:off x="720000" y="454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0"/>
          <p:cNvSpPr txBox="1"/>
          <p:nvPr>
            <p:ph type="title"/>
          </p:nvPr>
        </p:nvSpPr>
        <p:spPr>
          <a:xfrm>
            <a:off x="1458150" y="2966790"/>
            <a:ext cx="6227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7" name="Google Shape;697;p50"/>
          <p:cNvSpPr txBox="1"/>
          <p:nvPr>
            <p:ph idx="1" type="subTitle"/>
          </p:nvPr>
        </p:nvSpPr>
        <p:spPr>
          <a:xfrm>
            <a:off x="1458150" y="1699591"/>
            <a:ext cx="62277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8" name="Google Shape;698;p50"/>
          <p:cNvSpPr/>
          <p:nvPr/>
        </p:nvSpPr>
        <p:spPr>
          <a:xfrm flipH="1" rot="-5400000">
            <a:off x="7156350" y="-359550"/>
            <a:ext cx="1628100" cy="2347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0"/>
          <p:cNvSpPr/>
          <p:nvPr/>
        </p:nvSpPr>
        <p:spPr>
          <a:xfrm flipH="1">
            <a:off x="-174" y="2523775"/>
            <a:ext cx="1491600" cy="2621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0"/>
          <p:cNvSpPr/>
          <p:nvPr/>
        </p:nvSpPr>
        <p:spPr>
          <a:xfrm flipH="1" rot="5400000">
            <a:off x="-954801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1" name="Google Shape;701;p50"/>
          <p:cNvGrpSpPr/>
          <p:nvPr/>
        </p:nvGrpSpPr>
        <p:grpSpPr>
          <a:xfrm flipH="1" rot="-8838117">
            <a:off x="354292" y="1339356"/>
            <a:ext cx="1004345" cy="991737"/>
            <a:chOff x="623875" y="3501825"/>
            <a:chExt cx="1129625" cy="1115550"/>
          </a:xfrm>
        </p:grpSpPr>
        <p:sp>
          <p:nvSpPr>
            <p:cNvPr id="702" name="Google Shape;702;p50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0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0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50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50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50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50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0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0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0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3" name="Google Shape;713;p50"/>
          <p:cNvSpPr/>
          <p:nvPr/>
        </p:nvSpPr>
        <p:spPr>
          <a:xfrm rot="-5400000">
            <a:off x="7686188" y="-732270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50"/>
          <p:cNvGrpSpPr/>
          <p:nvPr/>
        </p:nvGrpSpPr>
        <p:grpSpPr>
          <a:xfrm rot="-2573076">
            <a:off x="381" y="4372147"/>
            <a:ext cx="1655842" cy="875394"/>
            <a:chOff x="1680550" y="2806125"/>
            <a:chExt cx="1655900" cy="875425"/>
          </a:xfrm>
        </p:grpSpPr>
        <p:sp>
          <p:nvSpPr>
            <p:cNvPr id="715" name="Google Shape;715;p50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7" name="Google Shape;717;p50"/>
          <p:cNvGrpSpPr/>
          <p:nvPr/>
        </p:nvGrpSpPr>
        <p:grpSpPr>
          <a:xfrm flipH="1">
            <a:off x="7397337" y="3690200"/>
            <a:ext cx="1746675" cy="1445450"/>
            <a:chOff x="763475" y="1235400"/>
            <a:chExt cx="1746675" cy="1445450"/>
          </a:xfrm>
        </p:grpSpPr>
        <p:sp>
          <p:nvSpPr>
            <p:cNvPr id="718" name="Google Shape;718;p50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50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50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50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50"/>
          <p:cNvSpPr/>
          <p:nvPr/>
        </p:nvSpPr>
        <p:spPr>
          <a:xfrm>
            <a:off x="7994056" y="481214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0"/>
          <p:cNvSpPr/>
          <p:nvPr/>
        </p:nvSpPr>
        <p:spPr>
          <a:xfrm rot="1760308">
            <a:off x="7683385" y="814361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0"/>
          <p:cNvSpPr/>
          <p:nvPr/>
        </p:nvSpPr>
        <p:spPr>
          <a:xfrm rot="-1179032">
            <a:off x="8003046" y="109485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1"/>
          <p:cNvSpPr/>
          <p:nvPr>
            <p:ph idx="2" type="pic"/>
          </p:nvPr>
        </p:nvSpPr>
        <p:spPr>
          <a:xfrm>
            <a:off x="1184637" y="1323300"/>
            <a:ext cx="2143800" cy="24969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51"/>
          <p:cNvSpPr txBox="1"/>
          <p:nvPr>
            <p:ph idx="1" type="subTitle"/>
          </p:nvPr>
        </p:nvSpPr>
        <p:spPr>
          <a:xfrm>
            <a:off x="3804692" y="2662854"/>
            <a:ext cx="46338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0" name="Google Shape;730;p51"/>
          <p:cNvSpPr txBox="1"/>
          <p:nvPr>
            <p:ph type="title"/>
          </p:nvPr>
        </p:nvSpPr>
        <p:spPr>
          <a:xfrm>
            <a:off x="3802792" y="1636446"/>
            <a:ext cx="46338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1" name="Google Shape;731;p51"/>
          <p:cNvSpPr/>
          <p:nvPr/>
        </p:nvSpPr>
        <p:spPr>
          <a:xfrm flipH="1" rot="-5400000">
            <a:off x="7576200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1"/>
          <p:cNvSpPr/>
          <p:nvPr/>
        </p:nvSpPr>
        <p:spPr>
          <a:xfrm>
            <a:off x="-6500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1"/>
          <p:cNvSpPr/>
          <p:nvPr/>
        </p:nvSpPr>
        <p:spPr>
          <a:xfrm flipH="1" rot="10800000">
            <a:off x="7599375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4" name="Google Shape;734;p51"/>
          <p:cNvGrpSpPr/>
          <p:nvPr/>
        </p:nvGrpSpPr>
        <p:grpSpPr>
          <a:xfrm flipH="1" rot="5400000">
            <a:off x="324790" y="-24589"/>
            <a:ext cx="783256" cy="1016804"/>
            <a:chOff x="8159223" y="4035017"/>
            <a:chExt cx="783256" cy="1016804"/>
          </a:xfrm>
        </p:grpSpPr>
        <p:sp>
          <p:nvSpPr>
            <p:cNvPr id="735" name="Google Shape;735;p51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1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1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1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1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1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1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1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3" name="Google Shape;743;p51"/>
          <p:cNvGrpSpPr/>
          <p:nvPr/>
        </p:nvGrpSpPr>
        <p:grpSpPr>
          <a:xfrm flipH="1">
            <a:off x="-21097" y="4175342"/>
            <a:ext cx="1110575" cy="975450"/>
            <a:chOff x="3575725" y="3248450"/>
            <a:chExt cx="1110575" cy="975450"/>
          </a:xfrm>
        </p:grpSpPr>
        <p:sp>
          <p:nvSpPr>
            <p:cNvPr id="744" name="Google Shape;744;p51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51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6" name="Google Shape;746;p51"/>
          <p:cNvSpPr/>
          <p:nvPr/>
        </p:nvSpPr>
        <p:spPr>
          <a:xfrm flipH="1">
            <a:off x="8194337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7" name="Google Shape;747;p51"/>
          <p:cNvGrpSpPr/>
          <p:nvPr/>
        </p:nvGrpSpPr>
        <p:grpSpPr>
          <a:xfrm rot="10800000">
            <a:off x="7531315" y="431999"/>
            <a:ext cx="1655900" cy="875425"/>
            <a:chOff x="1680550" y="2806125"/>
            <a:chExt cx="1655900" cy="875425"/>
          </a:xfrm>
        </p:grpSpPr>
        <p:sp>
          <p:nvSpPr>
            <p:cNvPr id="748" name="Google Shape;748;p51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51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2"/>
          <p:cNvSpPr txBox="1"/>
          <p:nvPr>
            <p:ph idx="1" type="subTitle"/>
          </p:nvPr>
        </p:nvSpPr>
        <p:spPr>
          <a:xfrm>
            <a:off x="850275" y="2216300"/>
            <a:ext cx="3246300" cy="14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2" name="Google Shape;752;p52"/>
          <p:cNvSpPr/>
          <p:nvPr/>
        </p:nvSpPr>
        <p:spPr>
          <a:xfrm rot="5400000">
            <a:off x="783819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2"/>
          <p:cNvSpPr/>
          <p:nvPr/>
        </p:nvSpPr>
        <p:spPr>
          <a:xfrm flipH="1">
            <a:off x="7726788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2"/>
          <p:cNvSpPr/>
          <p:nvPr/>
        </p:nvSpPr>
        <p:spPr>
          <a:xfrm rot="10800000">
            <a:off x="20994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5" name="Google Shape;755;p52"/>
          <p:cNvGrpSpPr/>
          <p:nvPr/>
        </p:nvGrpSpPr>
        <p:grpSpPr>
          <a:xfrm rot="-5400000">
            <a:off x="8058075" y="-24589"/>
            <a:ext cx="783256" cy="1016804"/>
            <a:chOff x="8159223" y="4035017"/>
            <a:chExt cx="783256" cy="1016804"/>
          </a:xfrm>
        </p:grpSpPr>
        <p:sp>
          <p:nvSpPr>
            <p:cNvPr id="756" name="Google Shape;756;p52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52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2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2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2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2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2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2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52"/>
          <p:cNvGrpSpPr/>
          <p:nvPr/>
        </p:nvGrpSpPr>
        <p:grpSpPr>
          <a:xfrm>
            <a:off x="8076640" y="4175342"/>
            <a:ext cx="1110575" cy="975450"/>
            <a:chOff x="3575725" y="3248450"/>
            <a:chExt cx="1110575" cy="975450"/>
          </a:xfrm>
        </p:grpSpPr>
        <p:sp>
          <p:nvSpPr>
            <p:cNvPr id="765" name="Google Shape;765;p52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2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7" name="Google Shape;767;p52"/>
          <p:cNvSpPr/>
          <p:nvPr/>
        </p:nvSpPr>
        <p:spPr>
          <a:xfrm>
            <a:off x="86232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" name="Google Shape;768;p52"/>
          <p:cNvGrpSpPr/>
          <p:nvPr/>
        </p:nvGrpSpPr>
        <p:grpSpPr>
          <a:xfrm flipH="1" rot="10800000">
            <a:off x="-21097" y="431999"/>
            <a:ext cx="1655900" cy="875425"/>
            <a:chOff x="1680550" y="2806125"/>
            <a:chExt cx="1655900" cy="875425"/>
          </a:xfrm>
        </p:grpSpPr>
        <p:sp>
          <p:nvSpPr>
            <p:cNvPr id="769" name="Google Shape;769;p52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52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1" name="Google Shape;771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3"/>
          <p:cNvSpPr/>
          <p:nvPr/>
        </p:nvSpPr>
        <p:spPr>
          <a:xfrm flipH="1">
            <a:off x="7397309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3"/>
          <p:cNvSpPr/>
          <p:nvPr/>
        </p:nvSpPr>
        <p:spPr>
          <a:xfrm flipH="1">
            <a:off x="3143166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53"/>
          <p:cNvSpPr/>
          <p:nvPr/>
        </p:nvSpPr>
        <p:spPr>
          <a:xfrm flipH="1">
            <a:off x="-14584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p53"/>
          <p:cNvGrpSpPr/>
          <p:nvPr/>
        </p:nvGrpSpPr>
        <p:grpSpPr>
          <a:xfrm flipH="1" rot="10800000">
            <a:off x="11" y="-5"/>
            <a:ext cx="1339874" cy="1108805"/>
            <a:chOff x="763475" y="1235400"/>
            <a:chExt cx="1746675" cy="1445450"/>
          </a:xfrm>
        </p:grpSpPr>
        <p:sp>
          <p:nvSpPr>
            <p:cNvPr id="777" name="Google Shape;777;p5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5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5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5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5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5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53"/>
          <p:cNvSpPr/>
          <p:nvPr/>
        </p:nvSpPr>
        <p:spPr>
          <a:xfrm flipH="1">
            <a:off x="8740339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3"/>
          <p:cNvSpPr/>
          <p:nvPr/>
        </p:nvSpPr>
        <p:spPr>
          <a:xfrm flipH="1">
            <a:off x="8646030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3"/>
          <p:cNvSpPr/>
          <p:nvPr/>
        </p:nvSpPr>
        <p:spPr>
          <a:xfrm flipH="1">
            <a:off x="8344595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3"/>
          <p:cNvSpPr/>
          <p:nvPr/>
        </p:nvSpPr>
        <p:spPr>
          <a:xfrm flipH="1">
            <a:off x="7971436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3"/>
          <p:cNvSpPr txBox="1"/>
          <p:nvPr>
            <p:ph idx="1" type="subTitle"/>
          </p:nvPr>
        </p:nvSpPr>
        <p:spPr>
          <a:xfrm>
            <a:off x="45720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8" name="Google Shape;788;p53"/>
          <p:cNvSpPr txBox="1"/>
          <p:nvPr>
            <p:ph idx="2" type="subTitle"/>
          </p:nvPr>
        </p:nvSpPr>
        <p:spPr>
          <a:xfrm>
            <a:off x="7219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9" name="Google Shape;789;p53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BLANK_1_1_1_2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4"/>
          <p:cNvSpPr txBox="1"/>
          <p:nvPr>
            <p:ph type="title"/>
          </p:nvPr>
        </p:nvSpPr>
        <p:spPr>
          <a:xfrm>
            <a:off x="992625" y="2571750"/>
            <a:ext cx="3316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2" name="Google Shape;792;p54"/>
          <p:cNvSpPr txBox="1"/>
          <p:nvPr>
            <p:ph idx="1" type="subTitle"/>
          </p:nvPr>
        </p:nvSpPr>
        <p:spPr>
          <a:xfrm>
            <a:off x="992625" y="2943777"/>
            <a:ext cx="3316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3" name="Google Shape;793;p54"/>
          <p:cNvSpPr txBox="1"/>
          <p:nvPr>
            <p:ph idx="2" type="title"/>
          </p:nvPr>
        </p:nvSpPr>
        <p:spPr>
          <a:xfrm>
            <a:off x="4835300" y="2571750"/>
            <a:ext cx="3316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4" name="Google Shape;794;p54"/>
          <p:cNvSpPr txBox="1"/>
          <p:nvPr>
            <p:ph idx="3" type="subTitle"/>
          </p:nvPr>
        </p:nvSpPr>
        <p:spPr>
          <a:xfrm>
            <a:off x="4835300" y="2943779"/>
            <a:ext cx="3316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54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4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4"/>
          <p:cNvSpPr/>
          <p:nvPr/>
        </p:nvSpPr>
        <p:spPr>
          <a:xfrm rot="10800000">
            <a:off x="-7292" y="3492242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8" name="Google Shape;798;p54"/>
          <p:cNvGrpSpPr/>
          <p:nvPr/>
        </p:nvGrpSpPr>
        <p:grpSpPr>
          <a:xfrm flipH="1" rot="10800000">
            <a:off x="-31100" y="0"/>
            <a:ext cx="1746675" cy="1445450"/>
            <a:chOff x="763475" y="1235400"/>
            <a:chExt cx="1746675" cy="1445450"/>
          </a:xfrm>
        </p:grpSpPr>
        <p:sp>
          <p:nvSpPr>
            <p:cNvPr id="799" name="Google Shape;799;p5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5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5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5" name="Google Shape;805;p54"/>
          <p:cNvGrpSpPr/>
          <p:nvPr/>
        </p:nvGrpSpPr>
        <p:grpSpPr>
          <a:xfrm>
            <a:off x="8033425" y="4168050"/>
            <a:ext cx="1110575" cy="975450"/>
            <a:chOff x="3575725" y="3248450"/>
            <a:chExt cx="1110575" cy="975450"/>
          </a:xfrm>
        </p:grpSpPr>
        <p:sp>
          <p:nvSpPr>
            <p:cNvPr id="806" name="Google Shape;806;p5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8" name="Google Shape;808;p54"/>
          <p:cNvSpPr/>
          <p:nvPr/>
        </p:nvSpPr>
        <p:spPr>
          <a:xfrm rot="2541252">
            <a:off x="4371160" y="274498"/>
            <a:ext cx="239882" cy="297553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4"/>
          <p:cNvSpPr/>
          <p:nvPr/>
        </p:nvSpPr>
        <p:spPr>
          <a:xfrm>
            <a:off x="3866649" y="-153477"/>
            <a:ext cx="611422" cy="45113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4"/>
          <p:cNvSpPr/>
          <p:nvPr/>
        </p:nvSpPr>
        <p:spPr>
          <a:xfrm rot="-1277784">
            <a:off x="4020081" y="360252"/>
            <a:ext cx="208517" cy="229466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5"/>
          <p:cNvSpPr txBox="1"/>
          <p:nvPr>
            <p:ph type="title"/>
          </p:nvPr>
        </p:nvSpPr>
        <p:spPr>
          <a:xfrm flipH="1">
            <a:off x="1360175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3" name="Google Shape;813;p55"/>
          <p:cNvSpPr txBox="1"/>
          <p:nvPr>
            <p:ph idx="2" type="title"/>
          </p:nvPr>
        </p:nvSpPr>
        <p:spPr>
          <a:xfrm flipH="1">
            <a:off x="4046850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4" name="Google Shape;814;p55"/>
          <p:cNvSpPr txBox="1"/>
          <p:nvPr>
            <p:ph idx="3" type="title"/>
          </p:nvPr>
        </p:nvSpPr>
        <p:spPr>
          <a:xfrm flipH="1">
            <a:off x="6738025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5" name="Google Shape;815;p55"/>
          <p:cNvSpPr/>
          <p:nvPr/>
        </p:nvSpPr>
        <p:spPr>
          <a:xfrm rot="10800000">
            <a:off x="78240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55"/>
          <p:cNvSpPr/>
          <p:nvPr/>
        </p:nvSpPr>
        <p:spPr>
          <a:xfrm>
            <a:off x="6730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5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5"/>
          <p:cNvSpPr/>
          <p:nvPr/>
        </p:nvSpPr>
        <p:spPr>
          <a:xfrm>
            <a:off x="279125" y="174188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5"/>
          <p:cNvSpPr/>
          <p:nvPr/>
        </p:nvSpPr>
        <p:spPr>
          <a:xfrm flipH="1" rot="-5400000">
            <a:off x="24650" y="35350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0" name="Google Shape;820;p55"/>
          <p:cNvGrpSpPr/>
          <p:nvPr/>
        </p:nvGrpSpPr>
        <p:grpSpPr>
          <a:xfrm>
            <a:off x="-29167" y="57700"/>
            <a:ext cx="1655900" cy="875425"/>
            <a:chOff x="1680550" y="2806125"/>
            <a:chExt cx="1655900" cy="875425"/>
          </a:xfrm>
        </p:grpSpPr>
        <p:sp>
          <p:nvSpPr>
            <p:cNvPr id="821" name="Google Shape;821;p55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5"/>
          <p:cNvGrpSpPr/>
          <p:nvPr/>
        </p:nvGrpSpPr>
        <p:grpSpPr>
          <a:xfrm>
            <a:off x="7935825" y="4140450"/>
            <a:ext cx="972750" cy="956100"/>
            <a:chOff x="8099625" y="4181100"/>
            <a:chExt cx="972750" cy="956100"/>
          </a:xfrm>
        </p:grpSpPr>
        <p:sp>
          <p:nvSpPr>
            <p:cNvPr id="824" name="Google Shape;824;p55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2" name="Google Shape;832;p55"/>
          <p:cNvSpPr txBox="1"/>
          <p:nvPr>
            <p:ph idx="4" type="title"/>
          </p:nvPr>
        </p:nvSpPr>
        <p:spPr>
          <a:xfrm>
            <a:off x="714800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3" name="Google Shape;833;p55"/>
          <p:cNvSpPr txBox="1"/>
          <p:nvPr>
            <p:ph idx="1" type="subTitle"/>
          </p:nvPr>
        </p:nvSpPr>
        <p:spPr>
          <a:xfrm>
            <a:off x="714800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4" name="Google Shape;834;p55"/>
          <p:cNvSpPr txBox="1"/>
          <p:nvPr>
            <p:ph idx="5" type="title"/>
          </p:nvPr>
        </p:nvSpPr>
        <p:spPr>
          <a:xfrm>
            <a:off x="3403800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5" name="Google Shape;835;p55"/>
          <p:cNvSpPr txBox="1"/>
          <p:nvPr>
            <p:ph idx="6" type="subTitle"/>
          </p:nvPr>
        </p:nvSpPr>
        <p:spPr>
          <a:xfrm>
            <a:off x="3403799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6" name="Google Shape;836;p55"/>
          <p:cNvSpPr txBox="1"/>
          <p:nvPr>
            <p:ph idx="7" type="title"/>
          </p:nvPr>
        </p:nvSpPr>
        <p:spPr>
          <a:xfrm>
            <a:off x="6092803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7" name="Google Shape;837;p55"/>
          <p:cNvSpPr txBox="1"/>
          <p:nvPr>
            <p:ph idx="8" type="subTitle"/>
          </p:nvPr>
        </p:nvSpPr>
        <p:spPr>
          <a:xfrm>
            <a:off x="6092800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8" name="Google Shape;838;p55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2_1_2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/>
          <p:nvPr/>
        </p:nvSpPr>
        <p:spPr>
          <a:xfrm flipH="1" rot="10800000">
            <a:off x="6244018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6"/>
          <p:cNvSpPr/>
          <p:nvPr/>
        </p:nvSpPr>
        <p:spPr>
          <a:xfrm rot="10800000">
            <a:off x="-12991" y="-6842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6"/>
          <p:cNvSpPr/>
          <p:nvPr/>
        </p:nvSpPr>
        <p:spPr>
          <a:xfrm rot="5400000">
            <a:off x="-948270" y="935268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3" name="Google Shape;843;p56"/>
          <p:cNvGrpSpPr/>
          <p:nvPr/>
        </p:nvGrpSpPr>
        <p:grpSpPr>
          <a:xfrm rot="3438117">
            <a:off x="230630" y="316289"/>
            <a:ext cx="1004345" cy="991737"/>
            <a:chOff x="623875" y="3501825"/>
            <a:chExt cx="1129625" cy="1115550"/>
          </a:xfrm>
        </p:grpSpPr>
        <p:sp>
          <p:nvSpPr>
            <p:cNvPr id="844" name="Google Shape;844;p56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5" name="Google Shape;855;p56"/>
          <p:cNvGrpSpPr/>
          <p:nvPr/>
        </p:nvGrpSpPr>
        <p:grpSpPr>
          <a:xfrm rot="-5400000">
            <a:off x="7682386" y="-97287"/>
            <a:ext cx="1373725" cy="1575500"/>
            <a:chOff x="3306050" y="1157725"/>
            <a:chExt cx="1373725" cy="1575500"/>
          </a:xfrm>
        </p:grpSpPr>
        <p:sp>
          <p:nvSpPr>
            <p:cNvPr id="856" name="Google Shape;856;p56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56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56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4" name="Google Shape;864;p56"/>
          <p:cNvSpPr/>
          <p:nvPr/>
        </p:nvSpPr>
        <p:spPr>
          <a:xfrm flipH="1" rot="10800000">
            <a:off x="168206" y="451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6"/>
          <p:cNvSpPr/>
          <p:nvPr/>
        </p:nvSpPr>
        <p:spPr>
          <a:xfrm flipH="1" rot="9039692">
            <a:off x="368885" y="4175927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6"/>
          <p:cNvSpPr/>
          <p:nvPr/>
        </p:nvSpPr>
        <p:spPr>
          <a:xfrm flipH="1" rot="-9620968">
            <a:off x="736771" y="44564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6"/>
          <p:cNvSpPr txBox="1"/>
          <p:nvPr>
            <p:ph type="title"/>
          </p:nvPr>
        </p:nvSpPr>
        <p:spPr>
          <a:xfrm>
            <a:off x="714800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68" name="Google Shape;868;p56"/>
          <p:cNvSpPr txBox="1"/>
          <p:nvPr>
            <p:ph idx="1" type="subTitle"/>
          </p:nvPr>
        </p:nvSpPr>
        <p:spPr>
          <a:xfrm>
            <a:off x="714800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9" name="Google Shape;869;p56"/>
          <p:cNvSpPr txBox="1"/>
          <p:nvPr>
            <p:ph idx="2" type="title"/>
          </p:nvPr>
        </p:nvSpPr>
        <p:spPr>
          <a:xfrm>
            <a:off x="3403800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0" name="Google Shape;870;p56"/>
          <p:cNvSpPr txBox="1"/>
          <p:nvPr>
            <p:ph idx="3" type="subTitle"/>
          </p:nvPr>
        </p:nvSpPr>
        <p:spPr>
          <a:xfrm>
            <a:off x="3403799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1" name="Google Shape;871;p56"/>
          <p:cNvSpPr txBox="1"/>
          <p:nvPr>
            <p:ph idx="4" type="title"/>
          </p:nvPr>
        </p:nvSpPr>
        <p:spPr>
          <a:xfrm>
            <a:off x="6092803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2" name="Google Shape;872;p56"/>
          <p:cNvSpPr txBox="1"/>
          <p:nvPr>
            <p:ph idx="5" type="subTitle"/>
          </p:nvPr>
        </p:nvSpPr>
        <p:spPr>
          <a:xfrm>
            <a:off x="6092801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3" name="Google Shape;873;p5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4" name="Google Shape;874;p56"/>
          <p:cNvSpPr txBox="1"/>
          <p:nvPr>
            <p:ph idx="7" type="title"/>
          </p:nvPr>
        </p:nvSpPr>
        <p:spPr>
          <a:xfrm>
            <a:off x="714800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  <p:sp>
        <p:nvSpPr>
          <p:cNvPr id="875" name="Google Shape;875;p56"/>
          <p:cNvSpPr txBox="1"/>
          <p:nvPr>
            <p:ph idx="8" type="title"/>
          </p:nvPr>
        </p:nvSpPr>
        <p:spPr>
          <a:xfrm>
            <a:off x="3403800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  <p:sp>
        <p:nvSpPr>
          <p:cNvPr id="876" name="Google Shape;876;p56"/>
          <p:cNvSpPr txBox="1"/>
          <p:nvPr>
            <p:ph idx="9" type="title"/>
          </p:nvPr>
        </p:nvSpPr>
        <p:spPr>
          <a:xfrm>
            <a:off x="6092803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2_1_1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7"/>
          <p:cNvSpPr txBox="1"/>
          <p:nvPr>
            <p:ph type="title"/>
          </p:nvPr>
        </p:nvSpPr>
        <p:spPr>
          <a:xfrm>
            <a:off x="5893562" y="1466700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9" name="Google Shape;879;p57"/>
          <p:cNvSpPr txBox="1"/>
          <p:nvPr>
            <p:ph idx="1" type="subTitle"/>
          </p:nvPr>
        </p:nvSpPr>
        <p:spPr>
          <a:xfrm>
            <a:off x="5893562" y="1913670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57"/>
          <p:cNvSpPr txBox="1"/>
          <p:nvPr>
            <p:ph idx="2" type="title"/>
          </p:nvPr>
        </p:nvSpPr>
        <p:spPr>
          <a:xfrm>
            <a:off x="1767336" y="3290300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81" name="Google Shape;881;p57"/>
          <p:cNvSpPr txBox="1"/>
          <p:nvPr>
            <p:ph idx="3" type="subTitle"/>
          </p:nvPr>
        </p:nvSpPr>
        <p:spPr>
          <a:xfrm>
            <a:off x="1767336" y="3732249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2" name="Google Shape;882;p57"/>
          <p:cNvSpPr txBox="1"/>
          <p:nvPr>
            <p:ph idx="4" type="title"/>
          </p:nvPr>
        </p:nvSpPr>
        <p:spPr>
          <a:xfrm>
            <a:off x="5898211" y="3290276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83" name="Google Shape;883;p57"/>
          <p:cNvSpPr txBox="1"/>
          <p:nvPr>
            <p:ph idx="5" type="subTitle"/>
          </p:nvPr>
        </p:nvSpPr>
        <p:spPr>
          <a:xfrm>
            <a:off x="5898211" y="3732029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4" name="Google Shape;884;p5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5" name="Google Shape;885;p57"/>
          <p:cNvSpPr txBox="1"/>
          <p:nvPr>
            <p:ph idx="7" type="title"/>
          </p:nvPr>
        </p:nvSpPr>
        <p:spPr>
          <a:xfrm>
            <a:off x="1767344" y="1475775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86" name="Google Shape;886;p57"/>
          <p:cNvSpPr txBox="1"/>
          <p:nvPr>
            <p:ph idx="8" type="subTitle"/>
          </p:nvPr>
        </p:nvSpPr>
        <p:spPr>
          <a:xfrm>
            <a:off x="1767344" y="1922747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7" name="Google Shape;887;p57"/>
          <p:cNvSpPr/>
          <p:nvPr/>
        </p:nvSpPr>
        <p:spPr>
          <a:xfrm flipH="1">
            <a:off x="7390034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8" name="Google Shape;888;p57"/>
          <p:cNvGrpSpPr/>
          <p:nvPr/>
        </p:nvGrpSpPr>
        <p:grpSpPr>
          <a:xfrm flipH="1" rot="-8838117">
            <a:off x="7956998" y="4029631"/>
            <a:ext cx="1004345" cy="991737"/>
            <a:chOff x="623875" y="3501825"/>
            <a:chExt cx="1129625" cy="1115550"/>
          </a:xfrm>
        </p:grpSpPr>
        <p:sp>
          <p:nvSpPr>
            <p:cNvPr id="889" name="Google Shape;889;p5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5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5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57"/>
          <p:cNvGrpSpPr/>
          <p:nvPr/>
        </p:nvGrpSpPr>
        <p:grpSpPr>
          <a:xfrm flipH="1" rot="5400000">
            <a:off x="107869" y="-61934"/>
            <a:ext cx="1204070" cy="1380926"/>
            <a:chOff x="3306050" y="1157725"/>
            <a:chExt cx="1373725" cy="1575500"/>
          </a:xfrm>
        </p:grpSpPr>
        <p:sp>
          <p:nvSpPr>
            <p:cNvPr id="901" name="Google Shape;901;p57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9" name="Google Shape;909;p57"/>
          <p:cNvSpPr/>
          <p:nvPr/>
        </p:nvSpPr>
        <p:spPr>
          <a:xfrm flipH="1">
            <a:off x="8018566" y="404250"/>
            <a:ext cx="436310" cy="39023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7"/>
          <p:cNvSpPr/>
          <p:nvPr/>
        </p:nvSpPr>
        <p:spPr>
          <a:xfrm flipH="1">
            <a:off x="8422121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7"/>
          <p:cNvSpPr/>
          <p:nvPr/>
        </p:nvSpPr>
        <p:spPr>
          <a:xfrm rot="10800000">
            <a:off x="-2424" y="348546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_1_2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8"/>
          <p:cNvSpPr/>
          <p:nvPr/>
        </p:nvSpPr>
        <p:spPr>
          <a:xfrm>
            <a:off x="0" y="4674100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/>
          <p:nvPr/>
        </p:nvSpPr>
        <p:spPr>
          <a:xfrm flipH="1" rot="10800000">
            <a:off x="7632501" y="111245"/>
            <a:ext cx="1026264" cy="9182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58"/>
          <p:cNvGrpSpPr/>
          <p:nvPr/>
        </p:nvGrpSpPr>
        <p:grpSpPr>
          <a:xfrm flipH="1" rot="5400000">
            <a:off x="100875" y="-95037"/>
            <a:ext cx="1373725" cy="1575500"/>
            <a:chOff x="3306050" y="1157725"/>
            <a:chExt cx="1373725" cy="1575500"/>
          </a:xfrm>
        </p:grpSpPr>
        <p:sp>
          <p:nvSpPr>
            <p:cNvPr id="917" name="Google Shape;917;p58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8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8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58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58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" name="Google Shape;925;p58"/>
          <p:cNvGrpSpPr/>
          <p:nvPr/>
        </p:nvGrpSpPr>
        <p:grpSpPr>
          <a:xfrm>
            <a:off x="8026075" y="4168050"/>
            <a:ext cx="1110575" cy="975450"/>
            <a:chOff x="3575725" y="3248450"/>
            <a:chExt cx="1110575" cy="975450"/>
          </a:xfrm>
        </p:grpSpPr>
        <p:sp>
          <p:nvSpPr>
            <p:cNvPr id="926" name="Google Shape;926;p58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58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" name="Google Shape;928;p58"/>
          <p:cNvSpPr txBox="1"/>
          <p:nvPr>
            <p:ph type="title"/>
          </p:nvPr>
        </p:nvSpPr>
        <p:spPr>
          <a:xfrm>
            <a:off x="4718833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29" name="Google Shape;929;p58"/>
          <p:cNvSpPr txBox="1"/>
          <p:nvPr>
            <p:ph idx="1" type="subTitle"/>
          </p:nvPr>
        </p:nvSpPr>
        <p:spPr>
          <a:xfrm>
            <a:off x="4718838" y="3274979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0" name="Google Shape;930;p58"/>
          <p:cNvSpPr txBox="1"/>
          <p:nvPr>
            <p:ph idx="2" type="title"/>
          </p:nvPr>
        </p:nvSpPr>
        <p:spPr>
          <a:xfrm>
            <a:off x="721900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1" name="Google Shape;931;p58"/>
          <p:cNvSpPr txBox="1"/>
          <p:nvPr>
            <p:ph idx="3" type="subTitle"/>
          </p:nvPr>
        </p:nvSpPr>
        <p:spPr>
          <a:xfrm>
            <a:off x="721900" y="3275242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2" name="Google Shape;932;p58"/>
          <p:cNvSpPr txBox="1"/>
          <p:nvPr>
            <p:ph idx="4" type="title"/>
          </p:nvPr>
        </p:nvSpPr>
        <p:spPr>
          <a:xfrm>
            <a:off x="6717299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3" name="Google Shape;933;p58"/>
          <p:cNvSpPr txBox="1"/>
          <p:nvPr>
            <p:ph idx="5" type="subTitle"/>
          </p:nvPr>
        </p:nvSpPr>
        <p:spPr>
          <a:xfrm>
            <a:off x="6717300" y="3274976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5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5" name="Google Shape;935;p58"/>
          <p:cNvSpPr txBox="1"/>
          <p:nvPr>
            <p:ph idx="7" type="title"/>
          </p:nvPr>
        </p:nvSpPr>
        <p:spPr>
          <a:xfrm>
            <a:off x="2720366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6" name="Google Shape;936;p58"/>
          <p:cNvSpPr txBox="1"/>
          <p:nvPr>
            <p:ph idx="8" type="subTitle"/>
          </p:nvPr>
        </p:nvSpPr>
        <p:spPr>
          <a:xfrm>
            <a:off x="2720350" y="3275011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9"/>
          <p:cNvSpPr txBox="1"/>
          <p:nvPr>
            <p:ph type="title"/>
          </p:nvPr>
        </p:nvSpPr>
        <p:spPr>
          <a:xfrm>
            <a:off x="32959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9" name="Google Shape;939;p59"/>
          <p:cNvSpPr txBox="1"/>
          <p:nvPr>
            <p:ph idx="1" type="subTitle"/>
          </p:nvPr>
        </p:nvSpPr>
        <p:spPr>
          <a:xfrm>
            <a:off x="32959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59"/>
          <p:cNvSpPr txBox="1"/>
          <p:nvPr>
            <p:ph idx="2" type="title"/>
          </p:nvPr>
        </p:nvSpPr>
        <p:spPr>
          <a:xfrm>
            <a:off x="7150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1" name="Google Shape;941;p59"/>
          <p:cNvSpPr txBox="1"/>
          <p:nvPr>
            <p:ph idx="3" type="subTitle"/>
          </p:nvPr>
        </p:nvSpPr>
        <p:spPr>
          <a:xfrm>
            <a:off x="7150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59"/>
          <p:cNvSpPr txBox="1"/>
          <p:nvPr>
            <p:ph idx="4" type="title"/>
          </p:nvPr>
        </p:nvSpPr>
        <p:spPr>
          <a:xfrm>
            <a:off x="58768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3" name="Google Shape;943;p59"/>
          <p:cNvSpPr txBox="1"/>
          <p:nvPr>
            <p:ph idx="5" type="subTitle"/>
          </p:nvPr>
        </p:nvSpPr>
        <p:spPr>
          <a:xfrm>
            <a:off x="58768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59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5" name="Google Shape;945;p59"/>
          <p:cNvSpPr/>
          <p:nvPr/>
        </p:nvSpPr>
        <p:spPr>
          <a:xfrm rot="-5400000">
            <a:off x="7834375" y="-54000"/>
            <a:ext cx="1276500" cy="1384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59"/>
          <p:cNvSpPr/>
          <p:nvPr/>
        </p:nvSpPr>
        <p:spPr>
          <a:xfrm rot="10800000">
            <a:off x="6158160" y="-21874"/>
            <a:ext cx="2119728" cy="56087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9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59"/>
          <p:cNvSpPr/>
          <p:nvPr/>
        </p:nvSpPr>
        <p:spPr>
          <a:xfrm>
            <a:off x="2693475" y="4642675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9" name="Google Shape;949;p59"/>
          <p:cNvGrpSpPr/>
          <p:nvPr/>
        </p:nvGrpSpPr>
        <p:grpSpPr>
          <a:xfrm rot="10800000">
            <a:off x="0" y="-12"/>
            <a:ext cx="1110575" cy="975450"/>
            <a:chOff x="3575725" y="3248450"/>
            <a:chExt cx="1110575" cy="975450"/>
          </a:xfrm>
        </p:grpSpPr>
        <p:sp>
          <p:nvSpPr>
            <p:cNvPr id="950" name="Google Shape;950;p59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59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59"/>
          <p:cNvGrpSpPr/>
          <p:nvPr/>
        </p:nvGrpSpPr>
        <p:grpSpPr>
          <a:xfrm rot="10800000">
            <a:off x="7488103" y="4236302"/>
            <a:ext cx="1655900" cy="875425"/>
            <a:chOff x="1680550" y="2806125"/>
            <a:chExt cx="1655900" cy="875425"/>
          </a:xfrm>
        </p:grpSpPr>
        <p:sp>
          <p:nvSpPr>
            <p:cNvPr id="953" name="Google Shape;953;p59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59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p59"/>
          <p:cNvGrpSpPr/>
          <p:nvPr/>
        </p:nvGrpSpPr>
        <p:grpSpPr>
          <a:xfrm>
            <a:off x="180688" y="4112575"/>
            <a:ext cx="1001287" cy="927300"/>
            <a:chOff x="180688" y="4112575"/>
            <a:chExt cx="1001287" cy="927300"/>
          </a:xfrm>
        </p:grpSpPr>
        <p:sp>
          <p:nvSpPr>
            <p:cNvPr id="956" name="Google Shape;956;p59"/>
            <p:cNvSpPr/>
            <p:nvPr/>
          </p:nvSpPr>
          <p:spPr>
            <a:xfrm rot="1097291">
              <a:off x="627597" y="4443523"/>
              <a:ext cx="226252" cy="349954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59"/>
            <p:cNvSpPr/>
            <p:nvPr/>
          </p:nvSpPr>
          <p:spPr>
            <a:xfrm>
              <a:off x="984900" y="44168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671388" y="41125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903050" y="475302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397200" y="48080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180688" y="463691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267800" y="4260938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0"/>
          <p:cNvSpPr txBox="1"/>
          <p:nvPr>
            <p:ph type="title"/>
          </p:nvPr>
        </p:nvSpPr>
        <p:spPr>
          <a:xfrm>
            <a:off x="3144388" y="2424151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5" name="Google Shape;965;p60"/>
          <p:cNvSpPr txBox="1"/>
          <p:nvPr>
            <p:ph idx="1" type="subTitle"/>
          </p:nvPr>
        </p:nvSpPr>
        <p:spPr>
          <a:xfrm>
            <a:off x="3144388" y="2830294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60"/>
          <p:cNvSpPr txBox="1"/>
          <p:nvPr>
            <p:ph idx="2" type="title"/>
          </p:nvPr>
        </p:nvSpPr>
        <p:spPr>
          <a:xfrm>
            <a:off x="3144388" y="1260400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7" name="Google Shape;967;p60"/>
          <p:cNvSpPr txBox="1"/>
          <p:nvPr>
            <p:ph idx="3" type="subTitle"/>
          </p:nvPr>
        </p:nvSpPr>
        <p:spPr>
          <a:xfrm>
            <a:off x="3144388" y="1666548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60"/>
          <p:cNvSpPr txBox="1"/>
          <p:nvPr>
            <p:ph idx="4" type="title"/>
          </p:nvPr>
        </p:nvSpPr>
        <p:spPr>
          <a:xfrm>
            <a:off x="3144388" y="3587890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9" name="Google Shape;969;p60"/>
          <p:cNvSpPr txBox="1"/>
          <p:nvPr>
            <p:ph idx="5" type="subTitle"/>
          </p:nvPr>
        </p:nvSpPr>
        <p:spPr>
          <a:xfrm>
            <a:off x="3144388" y="3994040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p60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1" name="Google Shape;971;p60"/>
          <p:cNvSpPr/>
          <p:nvPr/>
        </p:nvSpPr>
        <p:spPr>
          <a:xfrm rot="5400000">
            <a:off x="7746306" y="85050"/>
            <a:ext cx="1502720" cy="1292662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60"/>
          <p:cNvSpPr/>
          <p:nvPr/>
        </p:nvSpPr>
        <p:spPr>
          <a:xfrm rot="5400000">
            <a:off x="-186307" y="-15446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60"/>
          <p:cNvSpPr/>
          <p:nvPr/>
        </p:nvSpPr>
        <p:spPr>
          <a:xfrm flipH="1" rot="-5400000">
            <a:off x="-750536" y="3419336"/>
            <a:ext cx="2474702" cy="97363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4" name="Google Shape;974;p60"/>
          <p:cNvGrpSpPr/>
          <p:nvPr/>
        </p:nvGrpSpPr>
        <p:grpSpPr>
          <a:xfrm rot="10800000">
            <a:off x="11" y="134529"/>
            <a:ext cx="1292638" cy="606116"/>
            <a:chOff x="503325" y="3713675"/>
            <a:chExt cx="1736250" cy="814125"/>
          </a:xfrm>
        </p:grpSpPr>
        <p:sp>
          <p:nvSpPr>
            <p:cNvPr id="975" name="Google Shape;975;p60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0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" name="Google Shape;977;p60"/>
          <p:cNvSpPr/>
          <p:nvPr/>
        </p:nvSpPr>
        <p:spPr>
          <a:xfrm rot="5400000">
            <a:off x="8317943" y="4300204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1"/>
          <p:cNvSpPr/>
          <p:nvPr/>
        </p:nvSpPr>
        <p:spPr>
          <a:xfrm flipH="1" rot="-5400000">
            <a:off x="7408142" y="3405497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61"/>
          <p:cNvSpPr/>
          <p:nvPr/>
        </p:nvSpPr>
        <p:spPr>
          <a:xfrm rot="10800000">
            <a:off x="7388616" y="3479046"/>
            <a:ext cx="1762684" cy="1668704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61"/>
          <p:cNvSpPr/>
          <p:nvPr/>
        </p:nvSpPr>
        <p:spPr>
          <a:xfrm flipH="1" rot="10800000">
            <a:off x="-13951" y="0"/>
            <a:ext cx="14457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61"/>
          <p:cNvSpPr/>
          <p:nvPr/>
        </p:nvSpPr>
        <p:spPr>
          <a:xfrm flipH="1">
            <a:off x="-13950" y="-1458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3" name="Google Shape;983;p61"/>
          <p:cNvGrpSpPr/>
          <p:nvPr/>
        </p:nvGrpSpPr>
        <p:grpSpPr>
          <a:xfrm flipH="1">
            <a:off x="302117" y="271500"/>
            <a:ext cx="1129625" cy="1115550"/>
            <a:chOff x="623875" y="3501825"/>
            <a:chExt cx="1129625" cy="1115550"/>
          </a:xfrm>
        </p:grpSpPr>
        <p:sp>
          <p:nvSpPr>
            <p:cNvPr id="984" name="Google Shape;984;p61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1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1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1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1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1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61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61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1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1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1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1"/>
          <p:cNvGrpSpPr/>
          <p:nvPr/>
        </p:nvGrpSpPr>
        <p:grpSpPr>
          <a:xfrm rot="5400000">
            <a:off x="7880275" y="-15300"/>
            <a:ext cx="1227250" cy="1314775"/>
            <a:chOff x="5368525" y="1294325"/>
            <a:chExt cx="1227250" cy="1314775"/>
          </a:xfrm>
        </p:grpSpPr>
        <p:sp>
          <p:nvSpPr>
            <p:cNvPr id="996" name="Google Shape;996;p61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1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1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9" name="Google Shape;999;p61"/>
          <p:cNvGrpSpPr/>
          <p:nvPr/>
        </p:nvGrpSpPr>
        <p:grpSpPr>
          <a:xfrm>
            <a:off x="8700" y="3703200"/>
            <a:ext cx="1746675" cy="1445450"/>
            <a:chOff x="763475" y="1235400"/>
            <a:chExt cx="1746675" cy="1445450"/>
          </a:xfrm>
        </p:grpSpPr>
        <p:sp>
          <p:nvSpPr>
            <p:cNvPr id="1000" name="Google Shape;1000;p61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61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1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1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61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61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6" name="Google Shape;1006;p61"/>
          <p:cNvSpPr/>
          <p:nvPr/>
        </p:nvSpPr>
        <p:spPr>
          <a:xfrm>
            <a:off x="8053226" y="4075674"/>
            <a:ext cx="664211" cy="610240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1"/>
          <p:cNvSpPr txBox="1"/>
          <p:nvPr>
            <p:ph type="ctrTitle"/>
          </p:nvPr>
        </p:nvSpPr>
        <p:spPr>
          <a:xfrm>
            <a:off x="2425050" y="713451"/>
            <a:ext cx="429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08" name="Google Shape;1008;p61"/>
          <p:cNvSpPr txBox="1"/>
          <p:nvPr>
            <p:ph idx="1" type="subTitle"/>
          </p:nvPr>
        </p:nvSpPr>
        <p:spPr>
          <a:xfrm>
            <a:off x="2425050" y="1652925"/>
            <a:ext cx="429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9" name="Google Shape;1009;p61"/>
          <p:cNvSpPr txBox="1"/>
          <p:nvPr/>
        </p:nvSpPr>
        <p:spPr>
          <a:xfrm>
            <a:off x="2425050" y="3719950"/>
            <a:ext cx="4293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lt2"/>
              </a:solidFill>
              <a:highlight>
                <a:srgbClr val="DFDEFC"/>
              </a:highlight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2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2"/>
          <p:cNvSpPr/>
          <p:nvPr/>
        </p:nvSpPr>
        <p:spPr>
          <a:xfrm flipH="1" rot="10800000">
            <a:off x="8660925" y="532302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2"/>
          <p:cNvSpPr/>
          <p:nvPr/>
        </p:nvSpPr>
        <p:spPr>
          <a:xfrm flipH="1">
            <a:off x="1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2"/>
          <p:cNvSpPr/>
          <p:nvPr/>
        </p:nvSpPr>
        <p:spPr>
          <a:xfrm rot="10800000">
            <a:off x="379014" y="642621"/>
            <a:ext cx="258758" cy="23152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2"/>
          <p:cNvSpPr/>
          <p:nvPr/>
        </p:nvSpPr>
        <p:spPr>
          <a:xfrm rot="10800000">
            <a:off x="721897" y="46121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2"/>
          <p:cNvSpPr/>
          <p:nvPr/>
        </p:nvSpPr>
        <p:spPr>
          <a:xfrm rot="10800000">
            <a:off x="8211147" y="62076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62"/>
          <p:cNvSpPr/>
          <p:nvPr/>
        </p:nvSpPr>
        <p:spPr>
          <a:xfrm rot="10800000">
            <a:off x="1" y="423978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2"/>
          <p:cNvSpPr/>
          <p:nvPr/>
        </p:nvSpPr>
        <p:spPr>
          <a:xfrm flipH="1" rot="10800000">
            <a:off x="450625" y="4229974"/>
            <a:ext cx="234759" cy="21005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2"/>
          <p:cNvSpPr/>
          <p:nvPr/>
        </p:nvSpPr>
        <p:spPr>
          <a:xfrm flipH="1" rot="10800000">
            <a:off x="8127200" y="424321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2"/>
          <p:cNvSpPr/>
          <p:nvPr/>
        </p:nvSpPr>
        <p:spPr>
          <a:xfrm flipH="1" rot="10800000">
            <a:off x="8127198" y="4323608"/>
            <a:ext cx="384417" cy="344038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2"/>
          <p:cNvSpPr/>
          <p:nvPr/>
        </p:nvSpPr>
        <p:spPr>
          <a:xfrm rot="10800000">
            <a:off x="8693866" y="4493334"/>
            <a:ext cx="194910" cy="17431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2"/>
          <p:cNvSpPr/>
          <p:nvPr/>
        </p:nvSpPr>
        <p:spPr>
          <a:xfrm flipH="1" rot="10800000">
            <a:off x="8565800" y="832165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2"/>
          <p:cNvSpPr/>
          <p:nvPr/>
        </p:nvSpPr>
        <p:spPr>
          <a:xfrm flipH="1" rot="10800000">
            <a:off x="353249" y="4622561"/>
            <a:ext cx="310297" cy="27763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5"/>
          <p:cNvSpPr/>
          <p:nvPr/>
        </p:nvSpPr>
        <p:spPr>
          <a:xfrm>
            <a:off x="0" y="4819921"/>
            <a:ext cx="3757050" cy="33009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5"/>
          <p:cNvSpPr/>
          <p:nvPr/>
        </p:nvSpPr>
        <p:spPr>
          <a:xfrm flipH="1" rot="-5400000">
            <a:off x="7756200" y="-250200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35"/>
          <p:cNvSpPr/>
          <p:nvPr/>
        </p:nvSpPr>
        <p:spPr>
          <a:xfrm>
            <a:off x="6250493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1" name="Google Shape;1031;p35"/>
          <p:cNvGrpSpPr/>
          <p:nvPr/>
        </p:nvGrpSpPr>
        <p:grpSpPr>
          <a:xfrm>
            <a:off x="219713" y="133350"/>
            <a:ext cx="1004350" cy="797900"/>
            <a:chOff x="219713" y="133350"/>
            <a:chExt cx="1004350" cy="797900"/>
          </a:xfrm>
        </p:grpSpPr>
        <p:sp>
          <p:nvSpPr>
            <p:cNvPr id="1032" name="Google Shape;1032;p35"/>
            <p:cNvSpPr/>
            <p:nvPr/>
          </p:nvSpPr>
          <p:spPr>
            <a:xfrm>
              <a:off x="1026988" y="4319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842413" y="1333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712588" y="57647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5"/>
            <p:cNvSpPr/>
            <p:nvPr/>
          </p:nvSpPr>
          <p:spPr>
            <a:xfrm>
              <a:off x="478550" y="347300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5"/>
            <p:cNvSpPr/>
            <p:nvPr/>
          </p:nvSpPr>
          <p:spPr>
            <a:xfrm>
              <a:off x="307613" y="133350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219713" y="46430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487113" y="77072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9" name="Google Shape;1039;p35"/>
          <p:cNvGrpSpPr/>
          <p:nvPr/>
        </p:nvGrpSpPr>
        <p:grpSpPr>
          <a:xfrm>
            <a:off x="8032088" y="4143953"/>
            <a:ext cx="1110575" cy="975450"/>
            <a:chOff x="3575725" y="3248450"/>
            <a:chExt cx="1110575" cy="975450"/>
          </a:xfrm>
        </p:grpSpPr>
        <p:sp>
          <p:nvSpPr>
            <p:cNvPr id="1040" name="Google Shape;1040;p35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2" name="Google Shape;1042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3"/>
          <p:cNvSpPr/>
          <p:nvPr/>
        </p:nvSpPr>
        <p:spPr>
          <a:xfrm>
            <a:off x="-21242" y="-14584"/>
            <a:ext cx="2310969" cy="2187617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3"/>
          <p:cNvSpPr txBox="1"/>
          <p:nvPr>
            <p:ph idx="1" type="subTitle"/>
          </p:nvPr>
        </p:nvSpPr>
        <p:spPr>
          <a:xfrm>
            <a:off x="1457700" y="3334057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63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ibre Bodoni"/>
              <a:buNone/>
              <a:defRPr sz="5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047" name="Google Shape;1047;p63"/>
          <p:cNvSpPr/>
          <p:nvPr/>
        </p:nvSpPr>
        <p:spPr>
          <a:xfrm flipH="1" rot="10800000">
            <a:off x="6251817" y="40069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3"/>
          <p:cNvSpPr/>
          <p:nvPr/>
        </p:nvSpPr>
        <p:spPr>
          <a:xfrm rot="10800000">
            <a:off x="7510800" y="0"/>
            <a:ext cx="16332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3"/>
          <p:cNvSpPr/>
          <p:nvPr/>
        </p:nvSpPr>
        <p:spPr>
          <a:xfrm rot="5400000">
            <a:off x="193492" y="3410258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0" name="Google Shape;1050;p63"/>
          <p:cNvGrpSpPr/>
          <p:nvPr/>
        </p:nvGrpSpPr>
        <p:grpSpPr>
          <a:xfrm>
            <a:off x="7474675" y="3811675"/>
            <a:ext cx="1129625" cy="1115550"/>
            <a:chOff x="623875" y="3501825"/>
            <a:chExt cx="1129625" cy="1115550"/>
          </a:xfrm>
        </p:grpSpPr>
        <p:sp>
          <p:nvSpPr>
            <p:cNvPr id="1051" name="Google Shape;1051;p63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63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63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63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63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63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3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3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3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3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3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63"/>
          <p:cNvGrpSpPr/>
          <p:nvPr/>
        </p:nvGrpSpPr>
        <p:grpSpPr>
          <a:xfrm>
            <a:off x="-6640" y="1126"/>
            <a:ext cx="991618" cy="1062338"/>
            <a:chOff x="5368525" y="1294325"/>
            <a:chExt cx="1227250" cy="1314775"/>
          </a:xfrm>
        </p:grpSpPr>
        <p:sp>
          <p:nvSpPr>
            <p:cNvPr id="1063" name="Google Shape;1063;p63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3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3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" name="Google Shape;1066;p63"/>
          <p:cNvGrpSpPr/>
          <p:nvPr/>
        </p:nvGrpSpPr>
        <p:grpSpPr>
          <a:xfrm>
            <a:off x="-6650" y="3715975"/>
            <a:ext cx="1746675" cy="1445450"/>
            <a:chOff x="763475" y="1235400"/>
            <a:chExt cx="1746675" cy="1445450"/>
          </a:xfrm>
        </p:grpSpPr>
        <p:sp>
          <p:nvSpPr>
            <p:cNvPr id="1067" name="Google Shape;1067;p6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6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6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3" name="Google Shape;1073;p63"/>
          <p:cNvSpPr/>
          <p:nvPr/>
        </p:nvSpPr>
        <p:spPr>
          <a:xfrm>
            <a:off x="577075" y="2803712"/>
            <a:ext cx="289655" cy="212480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3"/>
          <p:cNvSpPr/>
          <p:nvPr/>
        </p:nvSpPr>
        <p:spPr>
          <a:xfrm rot="1765939">
            <a:off x="333693" y="3209419"/>
            <a:ext cx="424664" cy="420321"/>
          </a:xfrm>
          <a:custGeom>
            <a:rect b="b" l="l" r="r" t="t"/>
            <a:pathLst>
              <a:path extrusionOk="0" h="7424" w="7501">
                <a:moveTo>
                  <a:pt x="3361" y="0"/>
                </a:moveTo>
                <a:cubicBezTo>
                  <a:pt x="2676" y="0"/>
                  <a:pt x="2022" y="344"/>
                  <a:pt x="1500" y="801"/>
                </a:cubicBezTo>
                <a:cubicBezTo>
                  <a:pt x="595" y="1623"/>
                  <a:pt x="36" y="2825"/>
                  <a:pt x="12" y="4052"/>
                </a:cubicBezTo>
                <a:cubicBezTo>
                  <a:pt x="0" y="4421"/>
                  <a:pt x="48" y="4790"/>
                  <a:pt x="143" y="5147"/>
                </a:cubicBezTo>
                <a:cubicBezTo>
                  <a:pt x="534" y="6484"/>
                  <a:pt x="1907" y="7423"/>
                  <a:pt x="3303" y="7423"/>
                </a:cubicBezTo>
                <a:cubicBezTo>
                  <a:pt x="3436" y="7423"/>
                  <a:pt x="3570" y="7415"/>
                  <a:pt x="3703" y="7397"/>
                </a:cubicBezTo>
                <a:cubicBezTo>
                  <a:pt x="7501" y="6921"/>
                  <a:pt x="7477" y="2456"/>
                  <a:pt x="4834" y="551"/>
                </a:cubicBezTo>
                <a:cubicBezTo>
                  <a:pt x="4465" y="289"/>
                  <a:pt x="4048" y="75"/>
                  <a:pt x="3608" y="15"/>
                </a:cubicBezTo>
                <a:cubicBezTo>
                  <a:pt x="3525" y="5"/>
                  <a:pt x="3443" y="0"/>
                  <a:pt x="33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3"/>
          <p:cNvSpPr/>
          <p:nvPr/>
        </p:nvSpPr>
        <p:spPr>
          <a:xfrm>
            <a:off x="257813" y="29716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3"/>
          <p:cNvSpPr/>
          <p:nvPr/>
        </p:nvSpPr>
        <p:spPr>
          <a:xfrm>
            <a:off x="356138" y="25454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7" name="Google Shape;1077;p63"/>
          <p:cNvGrpSpPr/>
          <p:nvPr/>
        </p:nvGrpSpPr>
        <p:grpSpPr>
          <a:xfrm>
            <a:off x="7042225" y="0"/>
            <a:ext cx="2101775" cy="1341250"/>
            <a:chOff x="4946725" y="3223150"/>
            <a:chExt cx="2101775" cy="1341250"/>
          </a:xfrm>
        </p:grpSpPr>
        <p:sp>
          <p:nvSpPr>
            <p:cNvPr id="1078" name="Google Shape;1078;p63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63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3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3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63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63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3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3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3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63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3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3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3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3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3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3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3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3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3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3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64"/>
          <p:cNvSpPr/>
          <p:nvPr/>
        </p:nvSpPr>
        <p:spPr>
          <a:xfrm flipH="1" rot="10800000">
            <a:off x="3176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4"/>
          <p:cNvSpPr/>
          <p:nvPr/>
        </p:nvSpPr>
        <p:spPr>
          <a:xfrm flipH="1">
            <a:off x="807445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4"/>
          <p:cNvSpPr/>
          <p:nvPr/>
        </p:nvSpPr>
        <p:spPr>
          <a:xfrm flipH="1">
            <a:off x="-24458" y="-145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4"/>
          <p:cNvSpPr/>
          <p:nvPr/>
        </p:nvSpPr>
        <p:spPr>
          <a:xfrm flipH="1">
            <a:off x="8074450" y="1361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4"/>
          <p:cNvSpPr/>
          <p:nvPr/>
        </p:nvSpPr>
        <p:spPr>
          <a:xfrm rot="5400000">
            <a:off x="7549142" y="354963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5" name="Google Shape;1105;p64"/>
          <p:cNvGrpSpPr/>
          <p:nvPr/>
        </p:nvGrpSpPr>
        <p:grpSpPr>
          <a:xfrm flipH="1">
            <a:off x="235525" y="4082125"/>
            <a:ext cx="972750" cy="956100"/>
            <a:chOff x="8099625" y="4181100"/>
            <a:chExt cx="972750" cy="956100"/>
          </a:xfrm>
        </p:grpSpPr>
        <p:sp>
          <p:nvSpPr>
            <p:cNvPr id="1106" name="Google Shape;1106;p64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4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4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4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4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4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4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4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4" name="Google Shape;1114;p64"/>
          <p:cNvGrpSpPr/>
          <p:nvPr/>
        </p:nvGrpSpPr>
        <p:grpSpPr>
          <a:xfrm flipH="1" rot="10800000">
            <a:off x="8033425" y="7675"/>
            <a:ext cx="1110575" cy="975450"/>
            <a:chOff x="3575725" y="3248450"/>
            <a:chExt cx="1110575" cy="975450"/>
          </a:xfrm>
        </p:grpSpPr>
        <p:sp>
          <p:nvSpPr>
            <p:cNvPr id="1115" name="Google Shape;1115;p6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7" name="Google Shape;1117;p64"/>
          <p:cNvSpPr txBox="1"/>
          <p:nvPr>
            <p:ph idx="1" type="subTitle"/>
          </p:nvPr>
        </p:nvSpPr>
        <p:spPr>
          <a:xfrm>
            <a:off x="5068389" y="3226090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8" name="Google Shape;1118;p64"/>
          <p:cNvSpPr txBox="1"/>
          <p:nvPr>
            <p:ph idx="2" type="subTitle"/>
          </p:nvPr>
        </p:nvSpPr>
        <p:spPr>
          <a:xfrm>
            <a:off x="1209372" y="3226112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9" name="Google Shape;1119;p64"/>
          <p:cNvSpPr txBox="1"/>
          <p:nvPr>
            <p:ph idx="3" type="subTitle"/>
          </p:nvPr>
        </p:nvSpPr>
        <p:spPr>
          <a:xfrm>
            <a:off x="5068397" y="3590100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0" name="Google Shape;1120;p64"/>
          <p:cNvSpPr txBox="1"/>
          <p:nvPr>
            <p:ph idx="4" type="subTitle"/>
          </p:nvPr>
        </p:nvSpPr>
        <p:spPr>
          <a:xfrm>
            <a:off x="1209375" y="3593284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1" name="Google Shape;1121;p64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5"/>
          <p:cNvSpPr txBox="1"/>
          <p:nvPr>
            <p:ph type="title"/>
          </p:nvPr>
        </p:nvSpPr>
        <p:spPr>
          <a:xfrm>
            <a:off x="1559464" y="1148650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4" name="Google Shape;1124;p65"/>
          <p:cNvSpPr txBox="1"/>
          <p:nvPr>
            <p:ph idx="2" type="title"/>
          </p:nvPr>
        </p:nvSpPr>
        <p:spPr>
          <a:xfrm>
            <a:off x="4684774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5" name="Google Shape;1125;p65"/>
          <p:cNvSpPr txBox="1"/>
          <p:nvPr>
            <p:ph idx="1" type="subTitle"/>
          </p:nvPr>
        </p:nvSpPr>
        <p:spPr>
          <a:xfrm>
            <a:off x="1559464" y="165166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26" name="Google Shape;1126;p65"/>
          <p:cNvSpPr txBox="1"/>
          <p:nvPr>
            <p:ph idx="3" type="title"/>
          </p:nvPr>
        </p:nvSpPr>
        <p:spPr>
          <a:xfrm>
            <a:off x="1556785" y="23524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7" name="Google Shape;1127;p65"/>
          <p:cNvSpPr txBox="1"/>
          <p:nvPr>
            <p:ph idx="4" type="title"/>
          </p:nvPr>
        </p:nvSpPr>
        <p:spPr>
          <a:xfrm>
            <a:off x="787850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8" name="Google Shape;1128;p65"/>
          <p:cNvSpPr txBox="1"/>
          <p:nvPr>
            <p:ph idx="5" type="subTitle"/>
          </p:nvPr>
        </p:nvSpPr>
        <p:spPr>
          <a:xfrm>
            <a:off x="1556762" y="2859881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29" name="Google Shape;1129;p65"/>
          <p:cNvSpPr txBox="1"/>
          <p:nvPr>
            <p:ph idx="6" type="title"/>
          </p:nvPr>
        </p:nvSpPr>
        <p:spPr>
          <a:xfrm>
            <a:off x="1559464" y="35562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0" name="Google Shape;1130;p65"/>
          <p:cNvSpPr txBox="1"/>
          <p:nvPr>
            <p:ph idx="7" type="title"/>
          </p:nvPr>
        </p:nvSpPr>
        <p:spPr>
          <a:xfrm>
            <a:off x="794337" y="3886283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1" name="Google Shape;1131;p65"/>
          <p:cNvSpPr txBox="1"/>
          <p:nvPr>
            <p:ph idx="8" type="subTitle"/>
          </p:nvPr>
        </p:nvSpPr>
        <p:spPr>
          <a:xfrm>
            <a:off x="1556761" y="406147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32" name="Google Shape;1132;p65"/>
          <p:cNvSpPr txBox="1"/>
          <p:nvPr>
            <p:ph idx="9" type="title"/>
          </p:nvPr>
        </p:nvSpPr>
        <p:spPr>
          <a:xfrm>
            <a:off x="5456465" y="1148650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3" name="Google Shape;1133;p65"/>
          <p:cNvSpPr txBox="1"/>
          <p:nvPr>
            <p:ph idx="13" type="title"/>
          </p:nvPr>
        </p:nvSpPr>
        <p:spPr>
          <a:xfrm>
            <a:off x="4687536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4" name="Google Shape;1134;p65"/>
          <p:cNvSpPr txBox="1"/>
          <p:nvPr>
            <p:ph idx="14" type="subTitle"/>
          </p:nvPr>
        </p:nvSpPr>
        <p:spPr>
          <a:xfrm>
            <a:off x="5456465" y="16516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35" name="Google Shape;1135;p65"/>
          <p:cNvSpPr txBox="1"/>
          <p:nvPr>
            <p:ph idx="15" type="title"/>
          </p:nvPr>
        </p:nvSpPr>
        <p:spPr>
          <a:xfrm>
            <a:off x="5453760" y="23524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6" name="Google Shape;1136;p65"/>
          <p:cNvSpPr txBox="1"/>
          <p:nvPr>
            <p:ph idx="16" type="title"/>
          </p:nvPr>
        </p:nvSpPr>
        <p:spPr>
          <a:xfrm>
            <a:off x="790612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37" name="Google Shape;1137;p65"/>
          <p:cNvSpPr txBox="1"/>
          <p:nvPr>
            <p:ph idx="17" type="subTitle"/>
          </p:nvPr>
        </p:nvSpPr>
        <p:spPr>
          <a:xfrm>
            <a:off x="5453687" y="28598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38" name="Google Shape;1138;p65"/>
          <p:cNvSpPr txBox="1"/>
          <p:nvPr>
            <p:ph idx="18" type="title"/>
          </p:nvPr>
        </p:nvSpPr>
        <p:spPr>
          <a:xfrm>
            <a:off x="5456465" y="35562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9" name="Google Shape;1139;p65"/>
          <p:cNvSpPr txBox="1"/>
          <p:nvPr>
            <p:ph idx="19" type="title"/>
          </p:nvPr>
        </p:nvSpPr>
        <p:spPr>
          <a:xfrm>
            <a:off x="4687536" y="3873458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0" name="Google Shape;1140;p65"/>
          <p:cNvSpPr txBox="1"/>
          <p:nvPr>
            <p:ph idx="20" type="subTitle"/>
          </p:nvPr>
        </p:nvSpPr>
        <p:spPr>
          <a:xfrm>
            <a:off x="5453686" y="4061478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141" name="Google Shape;1141;p65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2" name="Google Shape;1142;p65"/>
          <p:cNvSpPr/>
          <p:nvPr/>
        </p:nvSpPr>
        <p:spPr>
          <a:xfrm rot="10800000">
            <a:off x="-860775" y="-14584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65"/>
          <p:cNvSpPr/>
          <p:nvPr/>
        </p:nvSpPr>
        <p:spPr>
          <a:xfrm>
            <a:off x="8650275" y="3410800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65"/>
          <p:cNvSpPr/>
          <p:nvPr/>
        </p:nvSpPr>
        <p:spPr>
          <a:xfrm>
            <a:off x="6917701" y="0"/>
            <a:ext cx="2234045" cy="878948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65"/>
          <p:cNvSpPr/>
          <p:nvPr/>
        </p:nvSpPr>
        <p:spPr>
          <a:xfrm>
            <a:off x="8785050" y="532300"/>
            <a:ext cx="184575" cy="254125"/>
          </a:xfrm>
          <a:custGeom>
            <a:rect b="b" l="l" r="r" t="t"/>
            <a:pathLst>
              <a:path extrusionOk="0" h="10165" w="7383">
                <a:moveTo>
                  <a:pt x="4212" y="0"/>
                </a:moveTo>
                <a:cubicBezTo>
                  <a:pt x="3444" y="0"/>
                  <a:pt x="2709" y="427"/>
                  <a:pt x="2215" y="1028"/>
                </a:cubicBezTo>
                <a:cubicBezTo>
                  <a:pt x="1667" y="1683"/>
                  <a:pt x="1370" y="2504"/>
                  <a:pt x="1131" y="3338"/>
                </a:cubicBezTo>
                <a:cubicBezTo>
                  <a:pt x="643" y="5100"/>
                  <a:pt x="0" y="7517"/>
                  <a:pt x="1239" y="9136"/>
                </a:cubicBezTo>
                <a:lnTo>
                  <a:pt x="1227" y="9136"/>
                </a:lnTo>
                <a:cubicBezTo>
                  <a:pt x="1752" y="9820"/>
                  <a:pt x="2612" y="10164"/>
                  <a:pt x="3481" y="10164"/>
                </a:cubicBezTo>
                <a:cubicBezTo>
                  <a:pt x="3911" y="10164"/>
                  <a:pt x="4344" y="10080"/>
                  <a:pt x="4739" y="9910"/>
                </a:cubicBezTo>
                <a:cubicBezTo>
                  <a:pt x="5918" y="9386"/>
                  <a:pt x="6727" y="8231"/>
                  <a:pt x="7049" y="6981"/>
                </a:cubicBezTo>
                <a:cubicBezTo>
                  <a:pt x="7382" y="5731"/>
                  <a:pt x="7263" y="4409"/>
                  <a:pt x="6977" y="3147"/>
                </a:cubicBezTo>
                <a:cubicBezTo>
                  <a:pt x="6811" y="2457"/>
                  <a:pt x="6596" y="1754"/>
                  <a:pt x="6192" y="1171"/>
                </a:cubicBezTo>
                <a:cubicBezTo>
                  <a:pt x="5787" y="575"/>
                  <a:pt x="5168" y="111"/>
                  <a:pt x="4465" y="16"/>
                </a:cubicBezTo>
                <a:cubicBezTo>
                  <a:pt x="4381" y="5"/>
                  <a:pt x="4296" y="0"/>
                  <a:pt x="421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65"/>
          <p:cNvSpPr/>
          <p:nvPr/>
        </p:nvSpPr>
        <p:spPr>
          <a:xfrm>
            <a:off x="8500125" y="661500"/>
            <a:ext cx="190475" cy="139725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65"/>
          <p:cNvSpPr/>
          <p:nvPr/>
        </p:nvSpPr>
        <p:spPr>
          <a:xfrm>
            <a:off x="8360613" y="291202"/>
            <a:ext cx="289660" cy="296556"/>
          </a:xfrm>
          <a:custGeom>
            <a:rect b="b" l="l" r="r" t="t"/>
            <a:pathLst>
              <a:path extrusionOk="0" h="8558" w="8359">
                <a:moveTo>
                  <a:pt x="4034" y="1"/>
                </a:moveTo>
                <a:cubicBezTo>
                  <a:pt x="2734" y="1"/>
                  <a:pt x="1488" y="1001"/>
                  <a:pt x="858" y="2200"/>
                </a:cubicBezTo>
                <a:cubicBezTo>
                  <a:pt x="84" y="3665"/>
                  <a:pt x="1" y="5474"/>
                  <a:pt x="620" y="7010"/>
                </a:cubicBezTo>
                <a:cubicBezTo>
                  <a:pt x="1066" y="8116"/>
                  <a:pt x="2125" y="8557"/>
                  <a:pt x="3289" y="8557"/>
                </a:cubicBezTo>
                <a:cubicBezTo>
                  <a:pt x="4732" y="8557"/>
                  <a:pt x="6335" y="7880"/>
                  <a:pt x="7132" y="6951"/>
                </a:cubicBezTo>
                <a:cubicBezTo>
                  <a:pt x="8204" y="5701"/>
                  <a:pt x="8359" y="3748"/>
                  <a:pt x="7513" y="2343"/>
                </a:cubicBezTo>
                <a:cubicBezTo>
                  <a:pt x="7109" y="1676"/>
                  <a:pt x="6525" y="1141"/>
                  <a:pt x="5894" y="700"/>
                </a:cubicBezTo>
                <a:cubicBezTo>
                  <a:pt x="5525" y="438"/>
                  <a:pt x="5132" y="212"/>
                  <a:pt x="4703" y="93"/>
                </a:cubicBezTo>
                <a:cubicBezTo>
                  <a:pt x="4481" y="30"/>
                  <a:pt x="4257" y="1"/>
                  <a:pt x="403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8" name="Google Shape;1148;p65"/>
          <p:cNvGrpSpPr/>
          <p:nvPr/>
        </p:nvGrpSpPr>
        <p:grpSpPr>
          <a:xfrm>
            <a:off x="8219648" y="4324806"/>
            <a:ext cx="932106" cy="818695"/>
            <a:chOff x="3575725" y="3248450"/>
            <a:chExt cx="1110575" cy="975450"/>
          </a:xfrm>
        </p:grpSpPr>
        <p:sp>
          <p:nvSpPr>
            <p:cNvPr id="1149" name="Google Shape;1149;p65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66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53" name="Google Shape;1153;p66"/>
          <p:cNvSpPr txBox="1"/>
          <p:nvPr>
            <p:ph idx="1" type="subTitle"/>
          </p:nvPr>
        </p:nvSpPr>
        <p:spPr>
          <a:xfrm>
            <a:off x="1490700" y="3174549"/>
            <a:ext cx="454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4" name="Google Shape;1154;p66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155" name="Google Shape;1155;p66"/>
          <p:cNvSpPr/>
          <p:nvPr/>
        </p:nvSpPr>
        <p:spPr>
          <a:xfrm rot="10800000">
            <a:off x="6288692" y="2716349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66"/>
          <p:cNvSpPr/>
          <p:nvPr/>
        </p:nvSpPr>
        <p:spPr>
          <a:xfrm>
            <a:off x="6853096" y="3659460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66"/>
          <p:cNvSpPr/>
          <p:nvPr/>
        </p:nvSpPr>
        <p:spPr>
          <a:xfrm flipH="1" rot="-5400000">
            <a:off x="6820742" y="-353942"/>
            <a:ext cx="1983900" cy="26772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66"/>
          <p:cNvSpPr/>
          <p:nvPr/>
        </p:nvSpPr>
        <p:spPr>
          <a:xfrm flipH="1" rot="-5400000">
            <a:off x="-886654" y="3123375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9" name="Google Shape;1159;p66"/>
          <p:cNvGrpSpPr/>
          <p:nvPr/>
        </p:nvGrpSpPr>
        <p:grpSpPr>
          <a:xfrm>
            <a:off x="347825" y="3839275"/>
            <a:ext cx="1126350" cy="1080250"/>
            <a:chOff x="7297550" y="3091850"/>
            <a:chExt cx="1126350" cy="1080250"/>
          </a:xfrm>
        </p:grpSpPr>
        <p:sp>
          <p:nvSpPr>
            <p:cNvPr id="1160" name="Google Shape;1160;p66"/>
            <p:cNvSpPr/>
            <p:nvPr/>
          </p:nvSpPr>
          <p:spPr>
            <a:xfrm>
              <a:off x="7886600" y="34855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6"/>
            <p:cNvSpPr/>
            <p:nvPr/>
          </p:nvSpPr>
          <p:spPr>
            <a:xfrm>
              <a:off x="8175050" y="3307975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66"/>
            <p:cNvSpPr/>
            <p:nvPr/>
          </p:nvSpPr>
          <p:spPr>
            <a:xfrm>
              <a:off x="7879125" y="30918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66"/>
            <p:cNvSpPr/>
            <p:nvPr/>
          </p:nvSpPr>
          <p:spPr>
            <a:xfrm>
              <a:off x="8233425" y="3646100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66"/>
            <p:cNvSpPr/>
            <p:nvPr/>
          </p:nvSpPr>
          <p:spPr>
            <a:xfrm>
              <a:off x="8095875" y="38597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66"/>
            <p:cNvSpPr/>
            <p:nvPr/>
          </p:nvSpPr>
          <p:spPr>
            <a:xfrm>
              <a:off x="7767250" y="39403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6"/>
            <p:cNvSpPr/>
            <p:nvPr/>
          </p:nvSpPr>
          <p:spPr>
            <a:xfrm>
              <a:off x="7621100" y="365992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6"/>
            <p:cNvSpPr/>
            <p:nvPr/>
          </p:nvSpPr>
          <p:spPr>
            <a:xfrm>
              <a:off x="7558800" y="32007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6"/>
            <p:cNvSpPr/>
            <p:nvPr/>
          </p:nvSpPr>
          <p:spPr>
            <a:xfrm>
              <a:off x="7297550" y="3464075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6"/>
            <p:cNvSpPr/>
            <p:nvPr/>
          </p:nvSpPr>
          <p:spPr>
            <a:xfrm>
              <a:off x="7399050" y="385390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0" name="Google Shape;1170;p66"/>
          <p:cNvGrpSpPr/>
          <p:nvPr/>
        </p:nvGrpSpPr>
        <p:grpSpPr>
          <a:xfrm rot="10800000">
            <a:off x="7564300" y="372500"/>
            <a:ext cx="1655900" cy="875425"/>
            <a:chOff x="1680550" y="2806125"/>
            <a:chExt cx="1655900" cy="875425"/>
          </a:xfrm>
        </p:grpSpPr>
        <p:sp>
          <p:nvSpPr>
            <p:cNvPr id="1171" name="Google Shape;1171;p66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6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66"/>
          <p:cNvGrpSpPr/>
          <p:nvPr/>
        </p:nvGrpSpPr>
        <p:grpSpPr>
          <a:xfrm rot="5400000">
            <a:off x="6677763" y="3750100"/>
            <a:ext cx="1736250" cy="814125"/>
            <a:chOff x="503325" y="3713675"/>
            <a:chExt cx="1736250" cy="814125"/>
          </a:xfrm>
        </p:grpSpPr>
        <p:sp>
          <p:nvSpPr>
            <p:cNvPr id="1174" name="Google Shape;1174;p66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66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6" name="Google Shape;1176;p66"/>
          <p:cNvGrpSpPr/>
          <p:nvPr/>
        </p:nvGrpSpPr>
        <p:grpSpPr>
          <a:xfrm flipH="1">
            <a:off x="-20617" y="-2"/>
            <a:ext cx="1863224" cy="1189018"/>
            <a:chOff x="4946725" y="3223150"/>
            <a:chExt cx="2101775" cy="1341250"/>
          </a:xfrm>
        </p:grpSpPr>
        <p:sp>
          <p:nvSpPr>
            <p:cNvPr id="1177" name="Google Shape;1177;p66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66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66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6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6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6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6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6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6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6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6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6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6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6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6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6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6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6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6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6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6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67"/>
          <p:cNvSpPr/>
          <p:nvPr/>
        </p:nvSpPr>
        <p:spPr>
          <a:xfrm flipH="1" rot="10800000">
            <a:off x="7784875" y="167751"/>
            <a:ext cx="1274661" cy="74322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1" name="Google Shape;1201;p67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67"/>
          <p:cNvSpPr/>
          <p:nvPr/>
        </p:nvSpPr>
        <p:spPr>
          <a:xfrm rot="10800000">
            <a:off x="-11987" y="-7292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3" name="Google Shape;1203;p67"/>
          <p:cNvGrpSpPr/>
          <p:nvPr/>
        </p:nvGrpSpPr>
        <p:grpSpPr>
          <a:xfrm>
            <a:off x="72609" y="4329917"/>
            <a:ext cx="751864" cy="747525"/>
            <a:chOff x="72609" y="4329917"/>
            <a:chExt cx="751864" cy="747525"/>
          </a:xfrm>
        </p:grpSpPr>
        <p:sp>
          <p:nvSpPr>
            <p:cNvPr id="1204" name="Google Shape;1204;p67"/>
            <p:cNvSpPr/>
            <p:nvPr/>
          </p:nvSpPr>
          <p:spPr>
            <a:xfrm flipH="1" rot="-5937786">
              <a:off x="465448" y="4877564"/>
              <a:ext cx="187527" cy="185602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7"/>
            <p:cNvSpPr/>
            <p:nvPr/>
          </p:nvSpPr>
          <p:spPr>
            <a:xfrm flipH="1" rot="-5937786">
              <a:off x="576837" y="4593255"/>
              <a:ext cx="230403" cy="23180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7"/>
            <p:cNvSpPr/>
            <p:nvPr/>
          </p:nvSpPr>
          <p:spPr>
            <a:xfrm flipH="1" rot="-5937786">
              <a:off x="102447" y="4873239"/>
              <a:ext cx="156602" cy="194252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7"/>
            <p:cNvSpPr/>
            <p:nvPr/>
          </p:nvSpPr>
          <p:spPr>
            <a:xfrm flipH="1" rot="-5937786">
              <a:off x="139490" y="4344966"/>
              <a:ext cx="184627" cy="180377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7"/>
            <p:cNvSpPr/>
            <p:nvPr/>
          </p:nvSpPr>
          <p:spPr>
            <a:xfrm flipH="1" rot="-5937786">
              <a:off x="247650" y="4628888"/>
              <a:ext cx="158227" cy="160527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9" name="Google Shape;1209;p67"/>
          <p:cNvSpPr/>
          <p:nvPr/>
        </p:nvSpPr>
        <p:spPr>
          <a:xfrm flipH="1" rot="10800000">
            <a:off x="3934675" y="4770891"/>
            <a:ext cx="1274661" cy="114050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68"/>
          <p:cNvSpPr txBox="1"/>
          <p:nvPr>
            <p:ph type="title"/>
          </p:nvPr>
        </p:nvSpPr>
        <p:spPr>
          <a:xfrm>
            <a:off x="3114600" y="2362075"/>
            <a:ext cx="44640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2" name="Google Shape;1212;p68"/>
          <p:cNvSpPr txBox="1"/>
          <p:nvPr>
            <p:ph idx="2" type="title"/>
          </p:nvPr>
        </p:nvSpPr>
        <p:spPr>
          <a:xfrm>
            <a:off x="6204425" y="1274317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13" name="Google Shape;1213;p68"/>
          <p:cNvSpPr txBox="1"/>
          <p:nvPr>
            <p:ph idx="1" type="subTitle"/>
          </p:nvPr>
        </p:nvSpPr>
        <p:spPr>
          <a:xfrm>
            <a:off x="3114600" y="3462174"/>
            <a:ext cx="446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68"/>
          <p:cNvSpPr/>
          <p:nvPr/>
        </p:nvSpPr>
        <p:spPr>
          <a:xfrm rot="5400000">
            <a:off x="73200" y="3591724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68"/>
          <p:cNvSpPr/>
          <p:nvPr/>
        </p:nvSpPr>
        <p:spPr>
          <a:xfrm>
            <a:off x="721905" y="448351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6" name="Google Shape;1216;p68"/>
          <p:cNvGrpSpPr/>
          <p:nvPr/>
        </p:nvGrpSpPr>
        <p:grpSpPr>
          <a:xfrm rot="-7361883">
            <a:off x="371865" y="3074550"/>
            <a:ext cx="1004345" cy="991737"/>
            <a:chOff x="623875" y="3501825"/>
            <a:chExt cx="1129625" cy="1115550"/>
          </a:xfrm>
        </p:grpSpPr>
        <p:sp>
          <p:nvSpPr>
            <p:cNvPr id="1217" name="Google Shape;1217;p68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8" name="Google Shape;1228;p68"/>
          <p:cNvSpPr/>
          <p:nvPr/>
        </p:nvSpPr>
        <p:spPr>
          <a:xfrm flipH="1" rot="10800000">
            <a:off x="8466525" y="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9" name="Google Shape;1229;p68"/>
          <p:cNvGrpSpPr/>
          <p:nvPr/>
        </p:nvGrpSpPr>
        <p:grpSpPr>
          <a:xfrm rot="10800000">
            <a:off x="-43625" y="71645"/>
            <a:ext cx="2101775" cy="1341250"/>
            <a:chOff x="4946725" y="3223150"/>
            <a:chExt cx="2101775" cy="1341250"/>
          </a:xfrm>
        </p:grpSpPr>
        <p:sp>
          <p:nvSpPr>
            <p:cNvPr id="1230" name="Google Shape;1230;p68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1" name="Google Shape;1251;p68"/>
          <p:cNvGrpSpPr/>
          <p:nvPr/>
        </p:nvGrpSpPr>
        <p:grpSpPr>
          <a:xfrm rot="10800000">
            <a:off x="7455525" y="4215500"/>
            <a:ext cx="1655900" cy="875425"/>
            <a:chOff x="1680550" y="2806125"/>
            <a:chExt cx="1655900" cy="875425"/>
          </a:xfrm>
        </p:grpSpPr>
        <p:sp>
          <p:nvSpPr>
            <p:cNvPr id="1252" name="Google Shape;1252;p68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69"/>
          <p:cNvSpPr/>
          <p:nvPr/>
        </p:nvSpPr>
        <p:spPr>
          <a:xfrm rot="10800000">
            <a:off x="-27300" y="-14708"/>
            <a:ext cx="721800" cy="1378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69"/>
          <p:cNvSpPr/>
          <p:nvPr/>
        </p:nvSpPr>
        <p:spPr>
          <a:xfrm rot="5400000">
            <a:off x="-795691" y="902580"/>
            <a:ext cx="2089671" cy="55291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69"/>
          <p:cNvSpPr/>
          <p:nvPr/>
        </p:nvSpPr>
        <p:spPr>
          <a:xfrm flipH="1" rot="-5400000">
            <a:off x="7686188" y="3674339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69"/>
          <p:cNvSpPr/>
          <p:nvPr/>
        </p:nvSpPr>
        <p:spPr>
          <a:xfrm flipH="1" rot="10800000">
            <a:off x="8079656" y="4128373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69"/>
          <p:cNvSpPr/>
          <p:nvPr/>
        </p:nvSpPr>
        <p:spPr>
          <a:xfrm flipH="1" rot="9039692">
            <a:off x="8267457" y="3809793"/>
            <a:ext cx="309473" cy="22773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69"/>
          <p:cNvSpPr/>
          <p:nvPr/>
        </p:nvSpPr>
        <p:spPr>
          <a:xfrm flipH="1" rot="-9620968">
            <a:off x="8655318" y="4057413"/>
            <a:ext cx="237469" cy="17472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1" name="Google Shape;1261;p69"/>
          <p:cNvGrpSpPr/>
          <p:nvPr/>
        </p:nvGrpSpPr>
        <p:grpSpPr>
          <a:xfrm rot="-5400000">
            <a:off x="7669375" y="-85537"/>
            <a:ext cx="1373725" cy="1575500"/>
            <a:chOff x="3306050" y="1157725"/>
            <a:chExt cx="1373725" cy="1575500"/>
          </a:xfrm>
        </p:grpSpPr>
        <p:sp>
          <p:nvSpPr>
            <p:cNvPr id="1262" name="Google Shape;1262;p69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69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69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69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69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69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69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69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0" name="Google Shape;1270;p69"/>
          <p:cNvSpPr/>
          <p:nvPr/>
        </p:nvSpPr>
        <p:spPr>
          <a:xfrm flipH="1" rot="10800000">
            <a:off x="249202" y="4186256"/>
            <a:ext cx="423824" cy="37921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69"/>
          <p:cNvSpPr/>
          <p:nvPr/>
        </p:nvSpPr>
        <p:spPr>
          <a:xfrm flipH="1" rot="9039692">
            <a:off x="94407" y="4654731"/>
            <a:ext cx="309473" cy="22773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69"/>
          <p:cNvSpPr/>
          <p:nvPr/>
        </p:nvSpPr>
        <p:spPr>
          <a:xfrm flipH="1" rot="-9620968">
            <a:off x="413093" y="4840275"/>
            <a:ext cx="237469" cy="17472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70"/>
          <p:cNvSpPr/>
          <p:nvPr/>
        </p:nvSpPr>
        <p:spPr>
          <a:xfrm flipH="1" rot="5400000">
            <a:off x="79161" y="3571408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70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70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70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9" name="Google Shape;1279;p70"/>
          <p:cNvGrpSpPr/>
          <p:nvPr/>
        </p:nvGrpSpPr>
        <p:grpSpPr>
          <a:xfrm flipH="1" rot="-3438117">
            <a:off x="7231365" y="491049"/>
            <a:ext cx="1004345" cy="991737"/>
            <a:chOff x="623875" y="3501825"/>
            <a:chExt cx="1129625" cy="1115550"/>
          </a:xfrm>
        </p:grpSpPr>
        <p:sp>
          <p:nvSpPr>
            <p:cNvPr id="1280" name="Google Shape;1280;p70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70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70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70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70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70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70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70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0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70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70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1" name="Google Shape;1291;p70"/>
          <p:cNvGrpSpPr/>
          <p:nvPr/>
        </p:nvGrpSpPr>
        <p:grpSpPr>
          <a:xfrm flipH="1" rot="5400000">
            <a:off x="108167" y="-93596"/>
            <a:ext cx="1373725" cy="1575500"/>
            <a:chOff x="3306050" y="1157725"/>
            <a:chExt cx="1373725" cy="1575500"/>
          </a:xfrm>
        </p:grpSpPr>
        <p:sp>
          <p:nvSpPr>
            <p:cNvPr id="1292" name="Google Shape;1292;p70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70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70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70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70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70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70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0" name="Google Shape;1300;p70"/>
          <p:cNvGrpSpPr/>
          <p:nvPr/>
        </p:nvGrpSpPr>
        <p:grpSpPr>
          <a:xfrm flipH="1">
            <a:off x="7364750" y="3698050"/>
            <a:ext cx="1746675" cy="1445450"/>
            <a:chOff x="763475" y="1235400"/>
            <a:chExt cx="1746675" cy="1445450"/>
          </a:xfrm>
        </p:grpSpPr>
        <p:sp>
          <p:nvSpPr>
            <p:cNvPr id="1301" name="Google Shape;1301;p70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70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0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0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0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0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7" name="Google Shape;1307;p70"/>
          <p:cNvSpPr/>
          <p:nvPr/>
        </p:nvSpPr>
        <p:spPr>
          <a:xfrm flipH="1" rot="10800000">
            <a:off x="264281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70"/>
          <p:cNvSpPr/>
          <p:nvPr/>
        </p:nvSpPr>
        <p:spPr>
          <a:xfrm flipH="1" rot="9039692">
            <a:off x="472057" y="3979143"/>
            <a:ext cx="309473" cy="22773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70"/>
          <p:cNvSpPr/>
          <p:nvPr/>
        </p:nvSpPr>
        <p:spPr>
          <a:xfrm flipH="1" rot="-9620968">
            <a:off x="800868" y="4226763"/>
            <a:ext cx="237469" cy="17472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70"/>
          <p:cNvSpPr txBox="1"/>
          <p:nvPr>
            <p:ph type="title"/>
          </p:nvPr>
        </p:nvSpPr>
        <p:spPr>
          <a:xfrm>
            <a:off x="1901900" y="2573068"/>
            <a:ext cx="540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1" name="Google Shape;1311;p70"/>
          <p:cNvSpPr txBox="1"/>
          <p:nvPr>
            <p:ph idx="2" type="title"/>
          </p:nvPr>
        </p:nvSpPr>
        <p:spPr>
          <a:xfrm>
            <a:off x="3917600" y="15297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12" name="Google Shape;1312;p70"/>
          <p:cNvSpPr txBox="1"/>
          <p:nvPr>
            <p:ph idx="1" type="subTitle"/>
          </p:nvPr>
        </p:nvSpPr>
        <p:spPr>
          <a:xfrm>
            <a:off x="1901900" y="3128958"/>
            <a:ext cx="54054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1"/>
          <p:cNvSpPr/>
          <p:nvPr/>
        </p:nvSpPr>
        <p:spPr>
          <a:xfrm flipH="1">
            <a:off x="6288692" y="-7292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71"/>
          <p:cNvSpPr/>
          <p:nvPr/>
        </p:nvSpPr>
        <p:spPr>
          <a:xfrm flipH="1" rot="10800000">
            <a:off x="6853096" y="14619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71"/>
          <p:cNvSpPr/>
          <p:nvPr/>
        </p:nvSpPr>
        <p:spPr>
          <a:xfrm rot="-5400000">
            <a:off x="7111350" y="3138850"/>
            <a:ext cx="1650300" cy="2415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71"/>
          <p:cNvSpPr/>
          <p:nvPr/>
        </p:nvSpPr>
        <p:spPr>
          <a:xfrm rot="-5400000">
            <a:off x="-899989" y="8614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8" name="Google Shape;1318;p71"/>
          <p:cNvGrpSpPr/>
          <p:nvPr/>
        </p:nvGrpSpPr>
        <p:grpSpPr>
          <a:xfrm>
            <a:off x="158725" y="154258"/>
            <a:ext cx="985850" cy="708025"/>
            <a:chOff x="158725" y="154258"/>
            <a:chExt cx="985850" cy="708025"/>
          </a:xfrm>
        </p:grpSpPr>
        <p:sp>
          <p:nvSpPr>
            <p:cNvPr id="1319" name="Google Shape;1319;p71"/>
            <p:cNvSpPr/>
            <p:nvPr/>
          </p:nvSpPr>
          <p:spPr>
            <a:xfrm flipH="1" rot="10800000">
              <a:off x="747775" y="490833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71"/>
            <p:cNvSpPr/>
            <p:nvPr/>
          </p:nvSpPr>
          <p:spPr>
            <a:xfrm flipH="1" rot="10800000">
              <a:off x="957050" y="280983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71"/>
            <p:cNvSpPr/>
            <p:nvPr/>
          </p:nvSpPr>
          <p:spPr>
            <a:xfrm flipH="1" rot="10800000">
              <a:off x="628425" y="154258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71"/>
            <p:cNvSpPr/>
            <p:nvPr/>
          </p:nvSpPr>
          <p:spPr>
            <a:xfrm flipH="1" rot="10800000">
              <a:off x="482275" y="47218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71"/>
            <p:cNvSpPr/>
            <p:nvPr/>
          </p:nvSpPr>
          <p:spPr>
            <a:xfrm flipH="1" rot="10800000">
              <a:off x="158725" y="681908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71"/>
            <p:cNvSpPr/>
            <p:nvPr/>
          </p:nvSpPr>
          <p:spPr>
            <a:xfrm flipH="1" rot="10800000">
              <a:off x="260225" y="311933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5" name="Google Shape;1325;p71"/>
          <p:cNvGrpSpPr/>
          <p:nvPr/>
        </p:nvGrpSpPr>
        <p:grpSpPr>
          <a:xfrm flipH="1" rot="-1787720">
            <a:off x="6772465" y="629544"/>
            <a:ext cx="1736238" cy="814119"/>
            <a:chOff x="503325" y="3713675"/>
            <a:chExt cx="1736250" cy="814125"/>
          </a:xfrm>
        </p:grpSpPr>
        <p:sp>
          <p:nvSpPr>
            <p:cNvPr id="1326" name="Google Shape;1326;p71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71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8" name="Google Shape;1328;p71"/>
          <p:cNvGrpSpPr/>
          <p:nvPr/>
        </p:nvGrpSpPr>
        <p:grpSpPr>
          <a:xfrm rot="10800000">
            <a:off x="-20617" y="3982492"/>
            <a:ext cx="1863224" cy="1189018"/>
            <a:chOff x="4946725" y="3223150"/>
            <a:chExt cx="2101775" cy="1341250"/>
          </a:xfrm>
        </p:grpSpPr>
        <p:sp>
          <p:nvSpPr>
            <p:cNvPr id="1329" name="Google Shape;1329;p71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1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71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71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71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1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71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71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71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71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71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71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71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71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71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71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71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71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71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71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71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0" name="Google Shape;1350;p71"/>
          <p:cNvGrpSpPr/>
          <p:nvPr/>
        </p:nvGrpSpPr>
        <p:grpSpPr>
          <a:xfrm flipH="1">
            <a:off x="7390025" y="3698050"/>
            <a:ext cx="1746675" cy="1445450"/>
            <a:chOff x="763475" y="1235400"/>
            <a:chExt cx="1746675" cy="1445450"/>
          </a:xfrm>
        </p:grpSpPr>
        <p:sp>
          <p:nvSpPr>
            <p:cNvPr id="1351" name="Google Shape;1351;p71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71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71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71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71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7" name="Google Shape;1357;p71"/>
          <p:cNvSpPr txBox="1"/>
          <p:nvPr>
            <p:ph type="title"/>
          </p:nvPr>
        </p:nvSpPr>
        <p:spPr>
          <a:xfrm>
            <a:off x="1075750" y="2785850"/>
            <a:ext cx="45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58" name="Google Shape;1358;p71"/>
          <p:cNvSpPr txBox="1"/>
          <p:nvPr>
            <p:ph idx="2" type="title"/>
          </p:nvPr>
        </p:nvSpPr>
        <p:spPr>
          <a:xfrm>
            <a:off x="1075750" y="16339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59" name="Google Shape;1359;p71"/>
          <p:cNvSpPr txBox="1"/>
          <p:nvPr>
            <p:ph idx="1" type="subTitle"/>
          </p:nvPr>
        </p:nvSpPr>
        <p:spPr>
          <a:xfrm>
            <a:off x="1075750" y="3308352"/>
            <a:ext cx="4596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2"/>
          <p:cNvSpPr/>
          <p:nvPr/>
        </p:nvSpPr>
        <p:spPr>
          <a:xfrm flipH="1">
            <a:off x="7397309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72"/>
          <p:cNvSpPr/>
          <p:nvPr/>
        </p:nvSpPr>
        <p:spPr>
          <a:xfrm flipH="1">
            <a:off x="3143166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72"/>
          <p:cNvSpPr/>
          <p:nvPr/>
        </p:nvSpPr>
        <p:spPr>
          <a:xfrm flipH="1">
            <a:off x="-14584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4" name="Google Shape;1364;p72"/>
          <p:cNvGrpSpPr/>
          <p:nvPr/>
        </p:nvGrpSpPr>
        <p:grpSpPr>
          <a:xfrm flipH="1" rot="10800000">
            <a:off x="11" y="-4"/>
            <a:ext cx="1339874" cy="1108805"/>
            <a:chOff x="763475" y="1235400"/>
            <a:chExt cx="1746675" cy="1445450"/>
          </a:xfrm>
        </p:grpSpPr>
        <p:sp>
          <p:nvSpPr>
            <p:cNvPr id="1365" name="Google Shape;1365;p72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72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72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72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72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72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1" name="Google Shape;1371;p72"/>
          <p:cNvSpPr/>
          <p:nvPr/>
        </p:nvSpPr>
        <p:spPr>
          <a:xfrm flipH="1">
            <a:off x="8740339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72"/>
          <p:cNvSpPr/>
          <p:nvPr/>
        </p:nvSpPr>
        <p:spPr>
          <a:xfrm flipH="1">
            <a:off x="8646030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72"/>
          <p:cNvSpPr/>
          <p:nvPr/>
        </p:nvSpPr>
        <p:spPr>
          <a:xfrm flipH="1">
            <a:off x="8344595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72"/>
          <p:cNvSpPr/>
          <p:nvPr/>
        </p:nvSpPr>
        <p:spPr>
          <a:xfrm flipH="1">
            <a:off x="7971436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72"/>
          <p:cNvSpPr txBox="1"/>
          <p:nvPr>
            <p:ph idx="1" type="subTitle"/>
          </p:nvPr>
        </p:nvSpPr>
        <p:spPr>
          <a:xfrm>
            <a:off x="45720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6" name="Google Shape;1376;p72"/>
          <p:cNvSpPr txBox="1"/>
          <p:nvPr>
            <p:ph idx="2" type="subTitle"/>
          </p:nvPr>
        </p:nvSpPr>
        <p:spPr>
          <a:xfrm>
            <a:off x="7219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7" name="Google Shape;1377;p72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1_1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73"/>
          <p:cNvSpPr txBox="1"/>
          <p:nvPr>
            <p:ph type="title"/>
          </p:nvPr>
        </p:nvSpPr>
        <p:spPr>
          <a:xfrm flipH="1">
            <a:off x="2853950" y="2785849"/>
            <a:ext cx="460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0" name="Google Shape;1380;p73"/>
          <p:cNvSpPr txBox="1"/>
          <p:nvPr>
            <p:ph idx="2" type="title"/>
          </p:nvPr>
        </p:nvSpPr>
        <p:spPr>
          <a:xfrm flipH="1">
            <a:off x="6087950" y="164660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81" name="Google Shape;1381;p73"/>
          <p:cNvSpPr txBox="1"/>
          <p:nvPr>
            <p:ph idx="1" type="subTitle"/>
          </p:nvPr>
        </p:nvSpPr>
        <p:spPr>
          <a:xfrm flipH="1">
            <a:off x="2853950" y="3308350"/>
            <a:ext cx="4608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73"/>
          <p:cNvSpPr/>
          <p:nvPr/>
        </p:nvSpPr>
        <p:spPr>
          <a:xfrm flipH="1">
            <a:off x="1669" y="3114600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73"/>
          <p:cNvSpPr/>
          <p:nvPr/>
        </p:nvSpPr>
        <p:spPr>
          <a:xfrm flipH="1" rot="5400000">
            <a:off x="-947152" y="2082059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4" name="Google Shape;1384;p73"/>
          <p:cNvGrpSpPr/>
          <p:nvPr/>
        </p:nvGrpSpPr>
        <p:grpSpPr>
          <a:xfrm flipH="1" rot="-8838117">
            <a:off x="270021" y="1685650"/>
            <a:ext cx="1004345" cy="991737"/>
            <a:chOff x="623875" y="3501825"/>
            <a:chExt cx="1129625" cy="1115550"/>
          </a:xfrm>
        </p:grpSpPr>
        <p:sp>
          <p:nvSpPr>
            <p:cNvPr id="1385" name="Google Shape;1385;p73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73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73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73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73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73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73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73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73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73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3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6" name="Google Shape;1396;p73"/>
          <p:cNvSpPr/>
          <p:nvPr/>
        </p:nvSpPr>
        <p:spPr>
          <a:xfrm rot="10800000">
            <a:off x="5386950" y="-14584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7" name="Google Shape;1397;p73"/>
          <p:cNvGrpSpPr/>
          <p:nvPr/>
        </p:nvGrpSpPr>
        <p:grpSpPr>
          <a:xfrm>
            <a:off x="7770275" y="3553404"/>
            <a:ext cx="1373725" cy="1575500"/>
            <a:chOff x="3306050" y="1157725"/>
            <a:chExt cx="1373725" cy="1575500"/>
          </a:xfrm>
        </p:grpSpPr>
        <p:sp>
          <p:nvSpPr>
            <p:cNvPr id="1398" name="Google Shape;1398;p73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73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73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73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73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73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73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73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6" name="Google Shape;1406;p73"/>
          <p:cNvGrpSpPr/>
          <p:nvPr/>
        </p:nvGrpSpPr>
        <p:grpSpPr>
          <a:xfrm flipH="1" rot="10800000">
            <a:off x="1211325" y="0"/>
            <a:ext cx="1746675" cy="1445450"/>
            <a:chOff x="763475" y="1235400"/>
            <a:chExt cx="1746675" cy="1445450"/>
          </a:xfrm>
        </p:grpSpPr>
        <p:sp>
          <p:nvSpPr>
            <p:cNvPr id="1407" name="Google Shape;1407;p7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7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7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74"/>
          <p:cNvSpPr txBox="1"/>
          <p:nvPr>
            <p:ph idx="1" type="subTitle"/>
          </p:nvPr>
        </p:nvSpPr>
        <p:spPr>
          <a:xfrm>
            <a:off x="1914625" y="2332044"/>
            <a:ext cx="53148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5" name="Google Shape;1415;p74"/>
          <p:cNvSpPr txBox="1"/>
          <p:nvPr>
            <p:ph type="title"/>
          </p:nvPr>
        </p:nvSpPr>
        <p:spPr>
          <a:xfrm>
            <a:off x="1914575" y="1702656"/>
            <a:ext cx="53148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6" name="Google Shape;1416;p74"/>
          <p:cNvSpPr/>
          <p:nvPr/>
        </p:nvSpPr>
        <p:spPr>
          <a:xfrm rot="5400000">
            <a:off x="372450" y="-343275"/>
            <a:ext cx="1429200" cy="21741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74"/>
          <p:cNvSpPr/>
          <p:nvPr/>
        </p:nvSpPr>
        <p:spPr>
          <a:xfrm>
            <a:off x="7871600" y="3114475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74"/>
          <p:cNvSpPr/>
          <p:nvPr/>
        </p:nvSpPr>
        <p:spPr>
          <a:xfrm rot="-5400000">
            <a:off x="7550327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9" name="Google Shape;1419;p74"/>
          <p:cNvGrpSpPr/>
          <p:nvPr/>
        </p:nvGrpSpPr>
        <p:grpSpPr>
          <a:xfrm rot="8838117">
            <a:off x="7919840" y="1339475"/>
            <a:ext cx="1004345" cy="991737"/>
            <a:chOff x="623875" y="3501825"/>
            <a:chExt cx="1129625" cy="1115550"/>
          </a:xfrm>
        </p:grpSpPr>
        <p:sp>
          <p:nvSpPr>
            <p:cNvPr id="1420" name="Google Shape;1420;p74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74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74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74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4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4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74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74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4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4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74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1" name="Google Shape;1431;p74"/>
          <p:cNvSpPr/>
          <p:nvPr/>
        </p:nvSpPr>
        <p:spPr>
          <a:xfrm flipH="1" rot="5400000">
            <a:off x="771181" y="-785821"/>
            <a:ext cx="753149" cy="2310209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2" name="Google Shape;1432;p74"/>
          <p:cNvGrpSpPr/>
          <p:nvPr/>
        </p:nvGrpSpPr>
        <p:grpSpPr>
          <a:xfrm flipH="1" rot="2573076">
            <a:off x="7568239" y="4337887"/>
            <a:ext cx="1655842" cy="875394"/>
            <a:chOff x="1680550" y="2806125"/>
            <a:chExt cx="1655900" cy="875425"/>
          </a:xfrm>
        </p:grpSpPr>
        <p:sp>
          <p:nvSpPr>
            <p:cNvPr id="1433" name="Google Shape;1433;p7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7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74"/>
          <p:cNvGrpSpPr/>
          <p:nvPr/>
        </p:nvGrpSpPr>
        <p:grpSpPr>
          <a:xfrm>
            <a:off x="-50" y="1296000"/>
            <a:ext cx="1746675" cy="1445450"/>
            <a:chOff x="763475" y="1235400"/>
            <a:chExt cx="1746675" cy="1445450"/>
          </a:xfrm>
        </p:grpSpPr>
        <p:sp>
          <p:nvSpPr>
            <p:cNvPr id="1436" name="Google Shape;1436;p7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7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2" name="Google Shape;1442;p74"/>
          <p:cNvGrpSpPr/>
          <p:nvPr/>
        </p:nvGrpSpPr>
        <p:grpSpPr>
          <a:xfrm>
            <a:off x="364880" y="3938841"/>
            <a:ext cx="1016801" cy="995869"/>
            <a:chOff x="858493" y="3673154"/>
            <a:chExt cx="1016801" cy="995869"/>
          </a:xfrm>
        </p:grpSpPr>
        <p:sp>
          <p:nvSpPr>
            <p:cNvPr id="1443" name="Google Shape;1443;p74"/>
            <p:cNvSpPr/>
            <p:nvPr/>
          </p:nvSpPr>
          <p:spPr>
            <a:xfrm rot="8838117">
              <a:off x="1089924" y="4476931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74"/>
            <p:cNvSpPr/>
            <p:nvPr/>
          </p:nvSpPr>
          <p:spPr>
            <a:xfrm rot="8838117">
              <a:off x="1186074" y="4116133"/>
              <a:ext cx="164105" cy="225920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74"/>
            <p:cNvSpPr/>
            <p:nvPr/>
          </p:nvSpPr>
          <p:spPr>
            <a:xfrm rot="8838117">
              <a:off x="898166" y="4280820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74"/>
            <p:cNvSpPr/>
            <p:nvPr/>
          </p:nvSpPr>
          <p:spPr>
            <a:xfrm rot="8838117">
              <a:off x="889850" y="4016645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4"/>
            <p:cNvSpPr/>
            <p:nvPr/>
          </p:nvSpPr>
          <p:spPr>
            <a:xfrm rot="8838117">
              <a:off x="1050856" y="3771045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74"/>
            <p:cNvSpPr/>
            <p:nvPr/>
          </p:nvSpPr>
          <p:spPr>
            <a:xfrm rot="8838117">
              <a:off x="1364303" y="3923612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74"/>
            <p:cNvSpPr/>
            <p:nvPr/>
          </p:nvSpPr>
          <p:spPr>
            <a:xfrm rot="8838117">
              <a:off x="1479211" y="4186797"/>
              <a:ext cx="257527" cy="190004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4"/>
            <p:cNvSpPr/>
            <p:nvPr/>
          </p:nvSpPr>
          <p:spPr>
            <a:xfrm rot="8838117">
              <a:off x="1680839" y="3932813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4"/>
            <p:cNvSpPr/>
            <p:nvPr/>
          </p:nvSpPr>
          <p:spPr>
            <a:xfrm rot="8838117">
              <a:off x="1444044" y="3699844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2" name="Google Shape;1452;p74"/>
          <p:cNvGrpSpPr/>
          <p:nvPr/>
        </p:nvGrpSpPr>
        <p:grpSpPr>
          <a:xfrm>
            <a:off x="2075325" y="4198892"/>
            <a:ext cx="1110575" cy="975450"/>
            <a:chOff x="3575725" y="3248450"/>
            <a:chExt cx="1110575" cy="975450"/>
          </a:xfrm>
        </p:grpSpPr>
        <p:sp>
          <p:nvSpPr>
            <p:cNvPr id="1453" name="Google Shape;1453;p7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7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5" name="Google Shape;1455;p74"/>
          <p:cNvGrpSpPr/>
          <p:nvPr/>
        </p:nvGrpSpPr>
        <p:grpSpPr>
          <a:xfrm flipH="1" rot="10800000">
            <a:off x="6056950" y="0"/>
            <a:ext cx="1110575" cy="975450"/>
            <a:chOff x="3575725" y="3248450"/>
            <a:chExt cx="1110575" cy="975450"/>
          </a:xfrm>
        </p:grpSpPr>
        <p:sp>
          <p:nvSpPr>
            <p:cNvPr id="1456" name="Google Shape;1456;p7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7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76"/>
          <p:cNvSpPr/>
          <p:nvPr/>
        </p:nvSpPr>
        <p:spPr>
          <a:xfrm>
            <a:off x="-7292" y="-7292"/>
            <a:ext cx="998650" cy="1400250"/>
          </a:xfrm>
          <a:custGeom>
            <a:rect b="b" l="l" r="r" t="t"/>
            <a:pathLst>
              <a:path extrusionOk="0" h="56010" w="39946">
                <a:moveTo>
                  <a:pt x="0" y="1"/>
                </a:moveTo>
                <a:lnTo>
                  <a:pt x="12" y="43911"/>
                </a:lnTo>
                <a:cubicBezTo>
                  <a:pt x="893" y="47745"/>
                  <a:pt x="3679" y="50972"/>
                  <a:pt x="7084" y="52960"/>
                </a:cubicBezTo>
                <a:cubicBezTo>
                  <a:pt x="10489" y="54948"/>
                  <a:pt x="14454" y="55782"/>
                  <a:pt x="18383" y="55984"/>
                </a:cubicBezTo>
                <a:cubicBezTo>
                  <a:pt x="18664" y="55999"/>
                  <a:pt x="18950" y="56009"/>
                  <a:pt x="19237" y="56009"/>
                </a:cubicBezTo>
                <a:cubicBezTo>
                  <a:pt x="20519" y="56009"/>
                  <a:pt x="21817" y="55809"/>
                  <a:pt x="22741" y="54972"/>
                </a:cubicBezTo>
                <a:cubicBezTo>
                  <a:pt x="24158" y="53686"/>
                  <a:pt x="24110" y="51353"/>
                  <a:pt x="23170" y="49686"/>
                </a:cubicBezTo>
                <a:cubicBezTo>
                  <a:pt x="22229" y="48019"/>
                  <a:pt x="20622" y="46864"/>
                  <a:pt x="19098" y="45733"/>
                </a:cubicBezTo>
                <a:cubicBezTo>
                  <a:pt x="17562" y="44590"/>
                  <a:pt x="16002" y="43340"/>
                  <a:pt x="15228" y="41601"/>
                </a:cubicBezTo>
                <a:cubicBezTo>
                  <a:pt x="14740" y="40506"/>
                  <a:pt x="14716" y="38994"/>
                  <a:pt x="15728" y="38351"/>
                </a:cubicBezTo>
                <a:cubicBezTo>
                  <a:pt x="16085" y="38129"/>
                  <a:pt x="16506" y="38055"/>
                  <a:pt x="16934" y="38055"/>
                </a:cubicBezTo>
                <a:cubicBezTo>
                  <a:pt x="17148" y="38055"/>
                  <a:pt x="17363" y="38073"/>
                  <a:pt x="17574" y="38101"/>
                </a:cubicBezTo>
                <a:cubicBezTo>
                  <a:pt x="21786" y="38617"/>
                  <a:pt x="25629" y="41692"/>
                  <a:pt x="29752" y="41692"/>
                </a:cubicBezTo>
                <a:cubicBezTo>
                  <a:pt x="30197" y="41692"/>
                  <a:pt x="30646" y="41656"/>
                  <a:pt x="31099" y="41578"/>
                </a:cubicBezTo>
                <a:cubicBezTo>
                  <a:pt x="31861" y="41447"/>
                  <a:pt x="32623" y="41173"/>
                  <a:pt x="33242" y="40696"/>
                </a:cubicBezTo>
                <a:cubicBezTo>
                  <a:pt x="35028" y="39315"/>
                  <a:pt x="35123" y="36553"/>
                  <a:pt x="34171" y="34505"/>
                </a:cubicBezTo>
                <a:cubicBezTo>
                  <a:pt x="33230" y="32469"/>
                  <a:pt x="31504" y="30910"/>
                  <a:pt x="29992" y="29231"/>
                </a:cubicBezTo>
                <a:cubicBezTo>
                  <a:pt x="28480" y="27564"/>
                  <a:pt x="27099" y="25540"/>
                  <a:pt x="27134" y="23290"/>
                </a:cubicBezTo>
                <a:cubicBezTo>
                  <a:pt x="27146" y="22575"/>
                  <a:pt x="27301" y="21873"/>
                  <a:pt x="27646" y="21254"/>
                </a:cubicBezTo>
                <a:cubicBezTo>
                  <a:pt x="27992" y="20646"/>
                  <a:pt x="28515" y="20146"/>
                  <a:pt x="29087" y="19741"/>
                </a:cubicBezTo>
                <a:cubicBezTo>
                  <a:pt x="31087" y="18372"/>
                  <a:pt x="33695" y="18158"/>
                  <a:pt x="35754" y="16860"/>
                </a:cubicBezTo>
                <a:cubicBezTo>
                  <a:pt x="38279" y="15277"/>
                  <a:pt x="39636" y="12229"/>
                  <a:pt x="39779" y="9252"/>
                </a:cubicBezTo>
                <a:cubicBezTo>
                  <a:pt x="39945" y="5883"/>
                  <a:pt x="38707" y="2477"/>
                  <a:pt x="364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76"/>
          <p:cNvSpPr/>
          <p:nvPr/>
        </p:nvSpPr>
        <p:spPr>
          <a:xfrm>
            <a:off x="7377242" y="3747350"/>
            <a:ext cx="1774050" cy="1397525"/>
          </a:xfrm>
          <a:custGeom>
            <a:rect b="b" l="l" r="r" t="t"/>
            <a:pathLst>
              <a:path extrusionOk="0" h="55901" w="70962">
                <a:moveTo>
                  <a:pt x="70962" y="0"/>
                </a:moveTo>
                <a:lnTo>
                  <a:pt x="70962" y="0"/>
                </a:lnTo>
                <a:cubicBezTo>
                  <a:pt x="67485" y="417"/>
                  <a:pt x="64008" y="893"/>
                  <a:pt x="60544" y="1453"/>
                </a:cubicBezTo>
                <a:cubicBezTo>
                  <a:pt x="55150" y="2310"/>
                  <a:pt x="49471" y="3477"/>
                  <a:pt x="45458" y="7192"/>
                </a:cubicBezTo>
                <a:cubicBezTo>
                  <a:pt x="41756" y="10621"/>
                  <a:pt x="40053" y="15693"/>
                  <a:pt x="36898" y="19646"/>
                </a:cubicBezTo>
                <a:cubicBezTo>
                  <a:pt x="34243" y="22967"/>
                  <a:pt x="30576" y="25420"/>
                  <a:pt x="26599" y="26944"/>
                </a:cubicBezTo>
                <a:cubicBezTo>
                  <a:pt x="22622" y="28468"/>
                  <a:pt x="18336" y="29099"/>
                  <a:pt x="14443" y="30837"/>
                </a:cubicBezTo>
                <a:cubicBezTo>
                  <a:pt x="5727" y="34731"/>
                  <a:pt x="0" y="44458"/>
                  <a:pt x="822" y="53971"/>
                </a:cubicBezTo>
                <a:cubicBezTo>
                  <a:pt x="858" y="54447"/>
                  <a:pt x="1120" y="55531"/>
                  <a:pt x="1048" y="55900"/>
                </a:cubicBezTo>
                <a:lnTo>
                  <a:pt x="70783" y="55900"/>
                </a:lnTo>
                <a:lnTo>
                  <a:pt x="709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76"/>
          <p:cNvSpPr/>
          <p:nvPr/>
        </p:nvSpPr>
        <p:spPr>
          <a:xfrm>
            <a:off x="-7292" y="4443075"/>
            <a:ext cx="1181997" cy="700425"/>
          </a:xfrm>
          <a:custGeom>
            <a:rect b="b" l="l" r="r" t="t"/>
            <a:pathLst>
              <a:path extrusionOk="0" h="28017" w="92488">
                <a:moveTo>
                  <a:pt x="29866" y="0"/>
                </a:moveTo>
                <a:cubicBezTo>
                  <a:pt x="24956" y="0"/>
                  <a:pt x="19987" y="945"/>
                  <a:pt x="15061" y="1321"/>
                </a:cubicBezTo>
                <a:cubicBezTo>
                  <a:pt x="13439" y="1446"/>
                  <a:pt x="11811" y="1508"/>
                  <a:pt x="10183" y="1508"/>
                </a:cubicBezTo>
                <a:cubicBezTo>
                  <a:pt x="6843" y="1508"/>
                  <a:pt x="3505" y="1246"/>
                  <a:pt x="214" y="726"/>
                </a:cubicBezTo>
                <a:lnTo>
                  <a:pt x="0" y="27062"/>
                </a:lnTo>
                <a:cubicBezTo>
                  <a:pt x="1610" y="27189"/>
                  <a:pt x="3225" y="27253"/>
                  <a:pt x="4840" y="27253"/>
                </a:cubicBezTo>
                <a:cubicBezTo>
                  <a:pt x="8217" y="27253"/>
                  <a:pt x="11592" y="26975"/>
                  <a:pt x="14919" y="26419"/>
                </a:cubicBezTo>
                <a:cubicBezTo>
                  <a:pt x="18229" y="25872"/>
                  <a:pt x="21503" y="25050"/>
                  <a:pt x="24848" y="24883"/>
                </a:cubicBezTo>
                <a:cubicBezTo>
                  <a:pt x="25306" y="24860"/>
                  <a:pt x="25764" y="24849"/>
                  <a:pt x="26220" y="24849"/>
                </a:cubicBezTo>
                <a:cubicBezTo>
                  <a:pt x="30680" y="24849"/>
                  <a:pt x="35088" y="25888"/>
                  <a:pt x="39505" y="26634"/>
                </a:cubicBezTo>
                <a:cubicBezTo>
                  <a:pt x="45011" y="27556"/>
                  <a:pt x="50592" y="28016"/>
                  <a:pt x="56173" y="28016"/>
                </a:cubicBezTo>
                <a:cubicBezTo>
                  <a:pt x="62915" y="28016"/>
                  <a:pt x="69655" y="27344"/>
                  <a:pt x="76260" y="26003"/>
                </a:cubicBezTo>
                <a:cubicBezTo>
                  <a:pt x="80082" y="25217"/>
                  <a:pt x="83951" y="24169"/>
                  <a:pt x="87082" y="21859"/>
                </a:cubicBezTo>
                <a:cubicBezTo>
                  <a:pt x="90226" y="19537"/>
                  <a:pt x="92488" y="15692"/>
                  <a:pt x="91940" y="11834"/>
                </a:cubicBezTo>
                <a:cubicBezTo>
                  <a:pt x="91297" y="7345"/>
                  <a:pt x="87047" y="4083"/>
                  <a:pt x="82618" y="3071"/>
                </a:cubicBezTo>
                <a:cubicBezTo>
                  <a:pt x="81099" y="2727"/>
                  <a:pt x="79558" y="2593"/>
                  <a:pt x="78008" y="2593"/>
                </a:cubicBezTo>
                <a:cubicBezTo>
                  <a:pt x="75048" y="2593"/>
                  <a:pt x="72054" y="3082"/>
                  <a:pt x="69116" y="3536"/>
                </a:cubicBezTo>
                <a:cubicBezTo>
                  <a:pt x="64691" y="4207"/>
                  <a:pt x="60181" y="4783"/>
                  <a:pt x="55716" y="4783"/>
                </a:cubicBezTo>
                <a:cubicBezTo>
                  <a:pt x="52348" y="4783"/>
                  <a:pt x="49005" y="4455"/>
                  <a:pt x="45744" y="3595"/>
                </a:cubicBezTo>
                <a:cubicBezTo>
                  <a:pt x="42339" y="2702"/>
                  <a:pt x="39088" y="1238"/>
                  <a:pt x="35647" y="535"/>
                </a:cubicBezTo>
                <a:cubicBezTo>
                  <a:pt x="33734" y="148"/>
                  <a:pt x="31804" y="0"/>
                  <a:pt x="298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76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76"/>
          <p:cNvSpPr/>
          <p:nvPr/>
        </p:nvSpPr>
        <p:spPr>
          <a:xfrm flipH="1" rot="10800000">
            <a:off x="158864" y="3942990"/>
            <a:ext cx="849685" cy="7602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76"/>
          <p:cNvSpPr/>
          <p:nvPr/>
        </p:nvSpPr>
        <p:spPr>
          <a:xfrm flipH="1" rot="10800000">
            <a:off x="7869801" y="253390"/>
            <a:ext cx="865891" cy="7747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77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77"/>
          <p:cNvSpPr/>
          <p:nvPr/>
        </p:nvSpPr>
        <p:spPr>
          <a:xfrm flipH="1" rot="10800000">
            <a:off x="8660925" y="532302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77"/>
          <p:cNvSpPr/>
          <p:nvPr/>
        </p:nvSpPr>
        <p:spPr>
          <a:xfrm flipH="1">
            <a:off x="1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77"/>
          <p:cNvSpPr/>
          <p:nvPr/>
        </p:nvSpPr>
        <p:spPr>
          <a:xfrm rot="10800000">
            <a:off x="379014" y="642621"/>
            <a:ext cx="258758" cy="23152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77"/>
          <p:cNvSpPr/>
          <p:nvPr/>
        </p:nvSpPr>
        <p:spPr>
          <a:xfrm rot="10800000">
            <a:off x="721897" y="46121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77"/>
          <p:cNvSpPr/>
          <p:nvPr/>
        </p:nvSpPr>
        <p:spPr>
          <a:xfrm rot="10800000">
            <a:off x="8211147" y="62076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77"/>
          <p:cNvSpPr/>
          <p:nvPr/>
        </p:nvSpPr>
        <p:spPr>
          <a:xfrm rot="10800000">
            <a:off x="1" y="423978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77"/>
          <p:cNvSpPr/>
          <p:nvPr/>
        </p:nvSpPr>
        <p:spPr>
          <a:xfrm flipH="1" rot="10800000">
            <a:off x="450625" y="4229974"/>
            <a:ext cx="234759" cy="21005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77"/>
          <p:cNvSpPr/>
          <p:nvPr/>
        </p:nvSpPr>
        <p:spPr>
          <a:xfrm flipH="1" rot="10800000">
            <a:off x="8127200" y="424321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77"/>
          <p:cNvSpPr/>
          <p:nvPr/>
        </p:nvSpPr>
        <p:spPr>
          <a:xfrm flipH="1" rot="10800000">
            <a:off x="8127198" y="4323608"/>
            <a:ext cx="384417" cy="344038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77"/>
          <p:cNvSpPr/>
          <p:nvPr/>
        </p:nvSpPr>
        <p:spPr>
          <a:xfrm rot="10800000">
            <a:off x="8693866" y="4493334"/>
            <a:ext cx="194910" cy="17431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77"/>
          <p:cNvSpPr/>
          <p:nvPr/>
        </p:nvSpPr>
        <p:spPr>
          <a:xfrm flipH="1" rot="10800000">
            <a:off x="8565800" y="832165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77"/>
          <p:cNvSpPr/>
          <p:nvPr/>
        </p:nvSpPr>
        <p:spPr>
          <a:xfrm flipH="1" rot="10800000">
            <a:off x="353249" y="4622561"/>
            <a:ext cx="310297" cy="27763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721900" y="445025"/>
            <a:ext cx="77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721900" y="1152475"/>
            <a:ext cx="7700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34"/>
          <p:cNvSpPr txBox="1"/>
          <p:nvPr>
            <p:ph type="title"/>
          </p:nvPr>
        </p:nvSpPr>
        <p:spPr>
          <a:xfrm>
            <a:off x="721900" y="445025"/>
            <a:ext cx="77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026" name="Google Shape;1026;p34"/>
          <p:cNvSpPr txBox="1"/>
          <p:nvPr>
            <p:ph idx="1" type="body"/>
          </p:nvPr>
        </p:nvSpPr>
        <p:spPr>
          <a:xfrm>
            <a:off x="721900" y="1152475"/>
            <a:ext cx="7700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6.jp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"/>
          <p:cNvSpPr txBox="1"/>
          <p:nvPr>
            <p:ph idx="1" type="subTitle"/>
          </p:nvPr>
        </p:nvSpPr>
        <p:spPr>
          <a:xfrm>
            <a:off x="0" y="1018000"/>
            <a:ext cx="9144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400">
                <a:latin typeface="Asap Medium"/>
                <a:ea typeface="Asap Medium"/>
                <a:cs typeface="Asap Medium"/>
                <a:sym typeface="Asap Medium"/>
              </a:rPr>
              <a:t>Báo cáo tiểu luận</a:t>
            </a:r>
            <a:endParaRPr sz="2400"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1485" name="Google Shape;1485;p1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3400">
                <a:solidFill>
                  <a:schemeClr val="accent1"/>
                </a:solidFill>
              </a:rPr>
              <a:t>Xây dựng ứng dụng mobile truy xuất nguồn gốc sản phẩm nông sản</a:t>
            </a:r>
            <a:r>
              <a:rPr b="1" lang="en" sz="3300"/>
              <a:t> </a:t>
            </a:r>
            <a:endParaRPr b="1" sz="3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(thông qua mã định danh)</a:t>
            </a:r>
            <a:endParaRPr sz="2400"/>
          </a:p>
        </p:txBody>
      </p:sp>
      <p:sp>
        <p:nvSpPr>
          <p:cNvPr id="1486" name="Google Shape;1486;p1"/>
          <p:cNvSpPr txBox="1"/>
          <p:nvPr>
            <p:ph idx="1" type="subTitle"/>
          </p:nvPr>
        </p:nvSpPr>
        <p:spPr>
          <a:xfrm>
            <a:off x="1457700" y="3791257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Môn: </a:t>
            </a:r>
            <a:r>
              <a:rPr lang="en">
                <a:latin typeface="Asap Medium"/>
                <a:ea typeface="Asap Medium"/>
                <a:cs typeface="Asap Medium"/>
                <a:sym typeface="Asap Medium"/>
              </a:rPr>
              <a:t>Phát triển ứng dụng di động</a:t>
            </a:r>
            <a:endParaRPr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1487" name="Google Shape;1487;p1"/>
          <p:cNvSpPr txBox="1"/>
          <p:nvPr>
            <p:ph idx="1" type="subTitle"/>
          </p:nvPr>
        </p:nvSpPr>
        <p:spPr>
          <a:xfrm>
            <a:off x="1457700" y="4172257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GVHD: </a:t>
            </a:r>
            <a:r>
              <a:rPr lang="en">
                <a:latin typeface="Asap Medium"/>
                <a:ea typeface="Asap Medium"/>
                <a:cs typeface="Asap Medium"/>
                <a:sym typeface="Asap Medium"/>
              </a:rPr>
              <a:t>Nguyễn Thị Lương</a:t>
            </a:r>
            <a:endParaRPr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2" name="Google Shape;1492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575" y="1469002"/>
            <a:ext cx="1475400" cy="1475400"/>
          </a:xfrm>
          <a:prstGeom prst="round2DiagRect">
            <a:avLst>
              <a:gd fmla="val 23752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3" name="Google Shape;1493;p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1799" y="1469001"/>
            <a:ext cx="1475400" cy="1475400"/>
          </a:xfrm>
          <a:prstGeom prst="round2DiagRect">
            <a:avLst>
              <a:gd fmla="val 25579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4" name="Google Shape;1494;p2"/>
          <p:cNvSpPr txBox="1"/>
          <p:nvPr>
            <p:ph idx="1" type="subTitle"/>
          </p:nvPr>
        </p:nvSpPr>
        <p:spPr>
          <a:xfrm>
            <a:off x="3134839" y="3147765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2111875</a:t>
            </a:r>
            <a:endParaRPr/>
          </a:p>
        </p:txBody>
      </p:sp>
      <p:sp>
        <p:nvSpPr>
          <p:cNvPr id="1495" name="Google Shape;1495;p2"/>
          <p:cNvSpPr txBox="1"/>
          <p:nvPr>
            <p:ph idx="2" type="subTitle"/>
          </p:nvPr>
        </p:nvSpPr>
        <p:spPr>
          <a:xfrm>
            <a:off x="269547" y="3147787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2115260</a:t>
            </a:r>
            <a:endParaRPr/>
          </a:p>
        </p:txBody>
      </p:sp>
      <p:sp>
        <p:nvSpPr>
          <p:cNvPr id="1496" name="Google Shape;1496;p2"/>
          <p:cNvSpPr txBox="1"/>
          <p:nvPr>
            <p:ph idx="3" type="subTitle"/>
          </p:nvPr>
        </p:nvSpPr>
        <p:spPr>
          <a:xfrm>
            <a:off x="3134847" y="3511775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Asap Medium"/>
                <a:ea typeface="Asap Medium"/>
                <a:cs typeface="Asap Medium"/>
                <a:sym typeface="Asap Medium"/>
              </a:rPr>
              <a:t>Lê Viết Đăng Quang</a:t>
            </a:r>
            <a:endParaRPr sz="1800"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1497" name="Google Shape;1497;p2"/>
          <p:cNvSpPr txBox="1"/>
          <p:nvPr>
            <p:ph idx="4" type="subTitle"/>
          </p:nvPr>
        </p:nvSpPr>
        <p:spPr>
          <a:xfrm>
            <a:off x="269550" y="3514959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Asap Medium"/>
                <a:ea typeface="Asap Medium"/>
                <a:cs typeface="Asap Medium"/>
                <a:sym typeface="Asap Medium"/>
              </a:rPr>
              <a:t>Phan Thanh Thảo Quyên</a:t>
            </a:r>
            <a:endParaRPr sz="1800">
              <a:latin typeface="Asap Medium"/>
              <a:ea typeface="Asap Medium"/>
              <a:cs typeface="Asap Medium"/>
              <a:sym typeface="Asap Medium"/>
            </a:endParaRPr>
          </a:p>
        </p:txBody>
      </p:sp>
      <p:sp>
        <p:nvSpPr>
          <p:cNvPr id="1498" name="Google Shape;1498;p2"/>
          <p:cNvSpPr txBox="1"/>
          <p:nvPr>
            <p:ph type="title"/>
          </p:nvPr>
        </p:nvSpPr>
        <p:spPr>
          <a:xfrm>
            <a:off x="0" y="444925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chemeClr val="accent1"/>
                </a:solidFill>
              </a:rPr>
              <a:t>Thành viên</a:t>
            </a:r>
            <a:endParaRPr/>
          </a:p>
        </p:txBody>
      </p:sp>
      <p:pic>
        <p:nvPicPr>
          <p:cNvPr id="1499" name="Google Shape;1499;p2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8357" l="0" r="0" t="-1216"/>
          <a:stretch/>
        </p:blipFill>
        <p:spPr>
          <a:xfrm>
            <a:off x="6827098" y="1469002"/>
            <a:ext cx="1475400" cy="1475400"/>
          </a:xfrm>
          <a:prstGeom prst="round2DiagRect">
            <a:avLst>
              <a:gd fmla="val 25579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0" name="Google Shape;1500;p2"/>
          <p:cNvSpPr txBox="1"/>
          <p:nvPr>
            <p:ph idx="1" type="subTitle"/>
          </p:nvPr>
        </p:nvSpPr>
        <p:spPr>
          <a:xfrm>
            <a:off x="6000139" y="3162940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2115196</a:t>
            </a:r>
            <a:endParaRPr/>
          </a:p>
        </p:txBody>
      </p:sp>
      <p:sp>
        <p:nvSpPr>
          <p:cNvPr id="1501" name="Google Shape;1501;p2"/>
          <p:cNvSpPr txBox="1"/>
          <p:nvPr>
            <p:ph idx="3" type="subTitle"/>
          </p:nvPr>
        </p:nvSpPr>
        <p:spPr>
          <a:xfrm>
            <a:off x="6000147" y="3526950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Asap Medium"/>
                <a:ea typeface="Asap Medium"/>
                <a:cs typeface="Asap Medium"/>
                <a:sym typeface="Asap Medium"/>
              </a:rPr>
              <a:t>Đậu Thị Tiểu Điệp</a:t>
            </a:r>
            <a:endParaRPr sz="1800"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3"/>
          <p:cNvSpPr/>
          <p:nvPr/>
        </p:nvSpPr>
        <p:spPr>
          <a:xfrm>
            <a:off x="2649588" y="2829751"/>
            <a:ext cx="794683" cy="73001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3"/>
          <p:cNvSpPr/>
          <p:nvPr/>
        </p:nvSpPr>
        <p:spPr>
          <a:xfrm>
            <a:off x="3175413" y="3635950"/>
            <a:ext cx="794683" cy="73001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3"/>
          <p:cNvSpPr/>
          <p:nvPr/>
        </p:nvSpPr>
        <p:spPr>
          <a:xfrm>
            <a:off x="2169638" y="1957445"/>
            <a:ext cx="794683" cy="73001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3"/>
          <p:cNvSpPr/>
          <p:nvPr/>
        </p:nvSpPr>
        <p:spPr>
          <a:xfrm>
            <a:off x="1634389" y="1145571"/>
            <a:ext cx="794683" cy="73001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3"/>
          <p:cNvSpPr txBox="1"/>
          <p:nvPr>
            <p:ph type="title"/>
          </p:nvPr>
        </p:nvSpPr>
        <p:spPr>
          <a:xfrm>
            <a:off x="2505251" y="115982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/>
              <a:t>Tổng quan đề tài</a:t>
            </a:r>
            <a:endParaRPr sz="1900"/>
          </a:p>
        </p:txBody>
      </p:sp>
      <p:sp>
        <p:nvSpPr>
          <p:cNvPr id="1511" name="Google Shape;1511;p3"/>
          <p:cNvSpPr txBox="1"/>
          <p:nvPr>
            <p:ph idx="3" type="title"/>
          </p:nvPr>
        </p:nvSpPr>
        <p:spPr>
          <a:xfrm>
            <a:off x="3037808" y="1990206"/>
            <a:ext cx="447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/>
              <a:t>Thiết kế giao diện</a:t>
            </a:r>
            <a:endParaRPr sz="1900"/>
          </a:p>
        </p:txBody>
      </p:sp>
      <p:sp>
        <p:nvSpPr>
          <p:cNvPr id="1512" name="Google Shape;1512;p3"/>
          <p:cNvSpPr txBox="1"/>
          <p:nvPr>
            <p:ph idx="4" type="title"/>
          </p:nvPr>
        </p:nvSpPr>
        <p:spPr>
          <a:xfrm>
            <a:off x="2268887" y="2060260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chemeClr val="lt1"/>
                </a:solidFill>
              </a:rPr>
              <a:t>02.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513" name="Google Shape;1513;p3"/>
          <p:cNvSpPr txBox="1"/>
          <p:nvPr>
            <p:ph idx="6" type="title"/>
          </p:nvPr>
        </p:nvSpPr>
        <p:spPr>
          <a:xfrm>
            <a:off x="4069914" y="3650969"/>
            <a:ext cx="3363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/>
              <a:t>Kết luận &amp; hướng phát triển</a:t>
            </a:r>
            <a:endParaRPr sz="1900"/>
          </a:p>
        </p:txBody>
      </p:sp>
      <p:sp>
        <p:nvSpPr>
          <p:cNvPr id="1514" name="Google Shape;1514;p3"/>
          <p:cNvSpPr txBox="1"/>
          <p:nvPr>
            <p:ph idx="7" type="title"/>
          </p:nvPr>
        </p:nvSpPr>
        <p:spPr>
          <a:xfrm>
            <a:off x="3254940" y="3737481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solidFill>
                  <a:schemeClr val="lt1"/>
                </a:solidFill>
              </a:rPr>
              <a:t>04.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515" name="Google Shape;1515;p3"/>
          <p:cNvSpPr txBox="1"/>
          <p:nvPr>
            <p:ph idx="15" type="title"/>
          </p:nvPr>
        </p:nvSpPr>
        <p:spPr>
          <a:xfrm>
            <a:off x="3517813" y="2820600"/>
            <a:ext cx="374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900"/>
              <a:t>Phân tích và thiết kế hệ thống</a:t>
            </a:r>
            <a:endParaRPr sz="1900"/>
          </a:p>
        </p:txBody>
      </p:sp>
      <p:sp>
        <p:nvSpPr>
          <p:cNvPr id="1516" name="Google Shape;1516;p3"/>
          <p:cNvSpPr txBox="1"/>
          <p:nvPr>
            <p:ph idx="2" type="title"/>
          </p:nvPr>
        </p:nvSpPr>
        <p:spPr>
          <a:xfrm>
            <a:off x="2724299" y="2934244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03.</a:t>
            </a:r>
            <a:endParaRPr sz="2400"/>
          </a:p>
        </p:txBody>
      </p:sp>
      <p:sp>
        <p:nvSpPr>
          <p:cNvPr id="1517" name="Google Shape;1517;p3"/>
          <p:cNvSpPr txBox="1"/>
          <p:nvPr>
            <p:ph idx="16" type="title"/>
          </p:nvPr>
        </p:nvSpPr>
        <p:spPr>
          <a:xfrm>
            <a:off x="1723345" y="1254622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01.</a:t>
            </a:r>
            <a:endParaRPr sz="2400"/>
          </a:p>
        </p:txBody>
      </p:sp>
      <p:sp>
        <p:nvSpPr>
          <p:cNvPr id="1518" name="Google Shape;1518;p3"/>
          <p:cNvSpPr txBox="1"/>
          <p:nvPr>
            <p:ph idx="21" type="title"/>
          </p:nvPr>
        </p:nvSpPr>
        <p:spPr>
          <a:xfrm>
            <a:off x="720000" y="25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chemeClr val="accent1"/>
                </a:solidFill>
              </a:rPr>
              <a:t>Nội </a:t>
            </a:r>
            <a:r>
              <a:rPr b="1" lang="en">
                <a:solidFill>
                  <a:schemeClr val="dk2"/>
                </a:solidFill>
              </a:rPr>
              <a:t>dung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519" name="Google Shape;1519;p3"/>
          <p:cNvSpPr/>
          <p:nvPr/>
        </p:nvSpPr>
        <p:spPr>
          <a:xfrm>
            <a:off x="-472562" y="4199155"/>
            <a:ext cx="1296072" cy="1190599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0" name="Google Shape;1520;p3"/>
          <p:cNvGrpSpPr/>
          <p:nvPr/>
        </p:nvGrpSpPr>
        <p:grpSpPr>
          <a:xfrm>
            <a:off x="-76200" y="3487388"/>
            <a:ext cx="1644951" cy="1761030"/>
            <a:chOff x="2151450" y="2905550"/>
            <a:chExt cx="1417450" cy="1517475"/>
          </a:xfrm>
        </p:grpSpPr>
        <p:sp>
          <p:nvSpPr>
            <p:cNvPr id="1521" name="Google Shape;1521;p3"/>
            <p:cNvSpPr/>
            <p:nvPr/>
          </p:nvSpPr>
          <p:spPr>
            <a:xfrm>
              <a:off x="2151450" y="3353525"/>
              <a:ext cx="1015925" cy="1069500"/>
            </a:xfrm>
            <a:custGeom>
              <a:rect b="b" l="l" r="r" t="t"/>
              <a:pathLst>
                <a:path extrusionOk="0" fill="none" h="42780" w="40637">
                  <a:moveTo>
                    <a:pt x="40636" y="322"/>
                  </a:moveTo>
                  <a:cubicBezTo>
                    <a:pt x="31695" y="17860"/>
                    <a:pt x="17395" y="32933"/>
                    <a:pt x="369" y="42779"/>
                  </a:cubicBezTo>
                  <a:lnTo>
                    <a:pt x="0" y="42148"/>
                  </a:lnTo>
                  <a:cubicBezTo>
                    <a:pt x="16919" y="32373"/>
                    <a:pt x="31111" y="17407"/>
                    <a:pt x="3998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"/>
            <p:cNvSpPr/>
            <p:nvPr/>
          </p:nvSpPr>
          <p:spPr>
            <a:xfrm>
              <a:off x="3120925" y="3176425"/>
              <a:ext cx="348875" cy="273250"/>
            </a:xfrm>
            <a:custGeom>
              <a:rect b="b" l="l" r="r" t="t"/>
              <a:pathLst>
                <a:path extrusionOk="0" fill="none" h="10930" w="13955">
                  <a:moveTo>
                    <a:pt x="12" y="10930"/>
                  </a:moveTo>
                  <a:cubicBezTo>
                    <a:pt x="12" y="10894"/>
                    <a:pt x="36" y="10870"/>
                    <a:pt x="36" y="10835"/>
                  </a:cubicBezTo>
                  <a:cubicBezTo>
                    <a:pt x="917" y="10597"/>
                    <a:pt x="1203" y="10037"/>
                    <a:pt x="1762" y="9311"/>
                  </a:cubicBezTo>
                  <a:cubicBezTo>
                    <a:pt x="2346" y="8573"/>
                    <a:pt x="2679" y="7632"/>
                    <a:pt x="3381" y="6989"/>
                  </a:cubicBezTo>
                  <a:cubicBezTo>
                    <a:pt x="4167" y="6263"/>
                    <a:pt x="5310" y="6025"/>
                    <a:pt x="6108" y="5298"/>
                  </a:cubicBezTo>
                  <a:cubicBezTo>
                    <a:pt x="6858" y="4620"/>
                    <a:pt x="7203" y="3596"/>
                    <a:pt x="7858" y="2822"/>
                  </a:cubicBezTo>
                  <a:cubicBezTo>
                    <a:pt x="9335" y="1107"/>
                    <a:pt x="11954" y="1036"/>
                    <a:pt x="13954" y="0"/>
                  </a:cubicBezTo>
                  <a:cubicBezTo>
                    <a:pt x="13847" y="143"/>
                    <a:pt x="13752" y="321"/>
                    <a:pt x="13668" y="476"/>
                  </a:cubicBezTo>
                  <a:cubicBezTo>
                    <a:pt x="13025" y="1726"/>
                    <a:pt x="12192" y="2953"/>
                    <a:pt x="10918" y="3536"/>
                  </a:cubicBezTo>
                  <a:cubicBezTo>
                    <a:pt x="10073" y="3929"/>
                    <a:pt x="9073" y="4001"/>
                    <a:pt x="8323" y="4548"/>
                  </a:cubicBezTo>
                  <a:cubicBezTo>
                    <a:pt x="7751" y="4965"/>
                    <a:pt x="7382" y="5608"/>
                    <a:pt x="6870" y="6096"/>
                  </a:cubicBezTo>
                  <a:cubicBezTo>
                    <a:pt x="6025" y="6929"/>
                    <a:pt x="4822" y="7310"/>
                    <a:pt x="3917" y="8096"/>
                  </a:cubicBezTo>
                  <a:cubicBezTo>
                    <a:pt x="3346" y="8584"/>
                    <a:pt x="2905" y="9215"/>
                    <a:pt x="2346" y="9727"/>
                  </a:cubicBezTo>
                  <a:cubicBezTo>
                    <a:pt x="1560" y="10418"/>
                    <a:pt x="1048" y="10870"/>
                    <a:pt x="0" y="1093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"/>
            <p:cNvSpPr/>
            <p:nvPr/>
          </p:nvSpPr>
          <p:spPr>
            <a:xfrm>
              <a:off x="2973875" y="3029975"/>
              <a:ext cx="109550" cy="470900"/>
            </a:xfrm>
            <a:custGeom>
              <a:rect b="b" l="l" r="r" t="t"/>
              <a:pathLst>
                <a:path extrusionOk="0" fill="none" h="18836" w="4382">
                  <a:moveTo>
                    <a:pt x="72" y="0"/>
                  </a:moveTo>
                  <a:cubicBezTo>
                    <a:pt x="1643" y="1369"/>
                    <a:pt x="2644" y="3370"/>
                    <a:pt x="2798" y="5441"/>
                  </a:cubicBezTo>
                  <a:cubicBezTo>
                    <a:pt x="2905" y="6977"/>
                    <a:pt x="2584" y="8501"/>
                    <a:pt x="2417" y="10037"/>
                  </a:cubicBezTo>
                  <a:cubicBezTo>
                    <a:pt x="2251" y="11561"/>
                    <a:pt x="2263" y="13192"/>
                    <a:pt x="3001" y="14538"/>
                  </a:cubicBezTo>
                  <a:cubicBezTo>
                    <a:pt x="3358" y="15216"/>
                    <a:pt x="3894" y="15800"/>
                    <a:pt x="4108" y="16526"/>
                  </a:cubicBezTo>
                  <a:cubicBezTo>
                    <a:pt x="4382" y="17431"/>
                    <a:pt x="4203" y="17740"/>
                    <a:pt x="3941" y="18645"/>
                  </a:cubicBezTo>
                  <a:lnTo>
                    <a:pt x="3822" y="18836"/>
                  </a:lnTo>
                  <a:cubicBezTo>
                    <a:pt x="3953" y="18431"/>
                    <a:pt x="3560" y="18538"/>
                    <a:pt x="3334" y="18181"/>
                  </a:cubicBezTo>
                  <a:cubicBezTo>
                    <a:pt x="2905" y="17502"/>
                    <a:pt x="3036" y="16633"/>
                    <a:pt x="2965" y="15835"/>
                  </a:cubicBezTo>
                  <a:cubicBezTo>
                    <a:pt x="2739" y="13502"/>
                    <a:pt x="584" y="11740"/>
                    <a:pt x="250" y="9418"/>
                  </a:cubicBezTo>
                  <a:cubicBezTo>
                    <a:pt x="0" y="7703"/>
                    <a:pt x="798" y="6013"/>
                    <a:pt x="977" y="4274"/>
                  </a:cubicBezTo>
                  <a:cubicBezTo>
                    <a:pt x="1120" y="2798"/>
                    <a:pt x="798" y="1286"/>
                    <a:pt x="7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"/>
            <p:cNvSpPr/>
            <p:nvPr/>
          </p:nvSpPr>
          <p:spPr>
            <a:xfrm>
              <a:off x="3064950" y="2979375"/>
              <a:ext cx="99150" cy="452450"/>
            </a:xfrm>
            <a:custGeom>
              <a:rect b="b" l="l" r="r" t="t"/>
              <a:pathLst>
                <a:path extrusionOk="0" fill="none" h="18098" w="3966">
                  <a:moveTo>
                    <a:pt x="1918" y="5465"/>
                  </a:moveTo>
                  <a:cubicBezTo>
                    <a:pt x="2561" y="3727"/>
                    <a:pt x="2858" y="1857"/>
                    <a:pt x="2775" y="0"/>
                  </a:cubicBezTo>
                  <a:cubicBezTo>
                    <a:pt x="3346" y="1143"/>
                    <a:pt x="3906" y="2358"/>
                    <a:pt x="3930" y="3643"/>
                  </a:cubicBezTo>
                  <a:cubicBezTo>
                    <a:pt x="3965" y="5263"/>
                    <a:pt x="3144" y="6775"/>
                    <a:pt x="2834" y="8370"/>
                  </a:cubicBezTo>
                  <a:cubicBezTo>
                    <a:pt x="2572" y="9692"/>
                    <a:pt x="2644" y="11085"/>
                    <a:pt x="2096" y="12311"/>
                  </a:cubicBezTo>
                  <a:cubicBezTo>
                    <a:pt x="1810" y="12966"/>
                    <a:pt x="1334" y="13585"/>
                    <a:pt x="1346" y="14299"/>
                  </a:cubicBezTo>
                  <a:cubicBezTo>
                    <a:pt x="1346" y="14847"/>
                    <a:pt x="1632" y="15335"/>
                    <a:pt x="1822" y="15859"/>
                  </a:cubicBezTo>
                  <a:cubicBezTo>
                    <a:pt x="2132" y="16764"/>
                    <a:pt x="2120" y="17205"/>
                    <a:pt x="1775" y="18098"/>
                  </a:cubicBezTo>
                  <a:cubicBezTo>
                    <a:pt x="1763" y="18098"/>
                    <a:pt x="1810" y="17990"/>
                    <a:pt x="1763" y="18098"/>
                  </a:cubicBezTo>
                  <a:cubicBezTo>
                    <a:pt x="1691" y="18002"/>
                    <a:pt x="1501" y="17907"/>
                    <a:pt x="1275" y="17550"/>
                  </a:cubicBezTo>
                  <a:cubicBezTo>
                    <a:pt x="525" y="16419"/>
                    <a:pt x="870" y="14907"/>
                    <a:pt x="691" y="13549"/>
                  </a:cubicBezTo>
                  <a:cubicBezTo>
                    <a:pt x="584" y="12823"/>
                    <a:pt x="322" y="12121"/>
                    <a:pt x="239" y="11394"/>
                  </a:cubicBezTo>
                  <a:cubicBezTo>
                    <a:pt x="1" y="9335"/>
                    <a:pt x="1191" y="7418"/>
                    <a:pt x="1918" y="54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3"/>
            <p:cNvSpPr/>
            <p:nvPr/>
          </p:nvSpPr>
          <p:spPr>
            <a:xfrm>
              <a:off x="2740500" y="3133250"/>
              <a:ext cx="210775" cy="586700"/>
            </a:xfrm>
            <a:custGeom>
              <a:rect b="b" l="l" r="r" t="t"/>
              <a:pathLst>
                <a:path extrusionOk="0" fill="none" h="23468" w="8431">
                  <a:moveTo>
                    <a:pt x="751" y="1"/>
                  </a:moveTo>
                  <a:cubicBezTo>
                    <a:pt x="1989" y="905"/>
                    <a:pt x="3251" y="2048"/>
                    <a:pt x="3466" y="3572"/>
                  </a:cubicBezTo>
                  <a:cubicBezTo>
                    <a:pt x="3573" y="4323"/>
                    <a:pt x="3406" y="5096"/>
                    <a:pt x="3513" y="5847"/>
                  </a:cubicBezTo>
                  <a:cubicBezTo>
                    <a:pt x="3739" y="7454"/>
                    <a:pt x="5156" y="8716"/>
                    <a:pt x="5287" y="10335"/>
                  </a:cubicBezTo>
                  <a:cubicBezTo>
                    <a:pt x="5371" y="11300"/>
                    <a:pt x="4978" y="12252"/>
                    <a:pt x="5037" y="13217"/>
                  </a:cubicBezTo>
                  <a:cubicBezTo>
                    <a:pt x="5156" y="15276"/>
                    <a:pt x="7180" y="16693"/>
                    <a:pt x="7859" y="18634"/>
                  </a:cubicBezTo>
                  <a:cubicBezTo>
                    <a:pt x="8430" y="20253"/>
                    <a:pt x="7978" y="21551"/>
                    <a:pt x="7478" y="23194"/>
                  </a:cubicBezTo>
                  <a:lnTo>
                    <a:pt x="7276" y="23468"/>
                  </a:lnTo>
                  <a:cubicBezTo>
                    <a:pt x="7061" y="21718"/>
                    <a:pt x="5406" y="20670"/>
                    <a:pt x="4597" y="19074"/>
                  </a:cubicBezTo>
                  <a:cubicBezTo>
                    <a:pt x="3692" y="17300"/>
                    <a:pt x="3966" y="15145"/>
                    <a:pt x="3216" y="13312"/>
                  </a:cubicBezTo>
                  <a:cubicBezTo>
                    <a:pt x="2608" y="11800"/>
                    <a:pt x="1334" y="10585"/>
                    <a:pt x="870" y="9014"/>
                  </a:cubicBezTo>
                  <a:cubicBezTo>
                    <a:pt x="1" y="6085"/>
                    <a:pt x="2132" y="2715"/>
                    <a:pt x="75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3"/>
            <p:cNvSpPr/>
            <p:nvPr/>
          </p:nvSpPr>
          <p:spPr>
            <a:xfrm>
              <a:off x="3150675" y="2905550"/>
              <a:ext cx="324175" cy="456925"/>
            </a:xfrm>
            <a:custGeom>
              <a:rect b="b" l="l" r="r" t="t"/>
              <a:pathLst>
                <a:path extrusionOk="0" fill="none" h="18277" w="12967">
                  <a:moveTo>
                    <a:pt x="1" y="17943"/>
                  </a:moveTo>
                  <a:cubicBezTo>
                    <a:pt x="1215" y="15669"/>
                    <a:pt x="2180" y="13288"/>
                    <a:pt x="3061" y="10859"/>
                  </a:cubicBezTo>
                  <a:cubicBezTo>
                    <a:pt x="3930" y="8430"/>
                    <a:pt x="5132" y="6001"/>
                    <a:pt x="7156" y="4394"/>
                  </a:cubicBezTo>
                  <a:cubicBezTo>
                    <a:pt x="8037" y="3691"/>
                    <a:pt x="9073" y="3156"/>
                    <a:pt x="9859" y="2346"/>
                  </a:cubicBezTo>
                  <a:cubicBezTo>
                    <a:pt x="10323" y="1870"/>
                    <a:pt x="10692" y="1298"/>
                    <a:pt x="11181" y="834"/>
                  </a:cubicBezTo>
                  <a:cubicBezTo>
                    <a:pt x="11657" y="369"/>
                    <a:pt x="12300" y="0"/>
                    <a:pt x="12967" y="72"/>
                  </a:cubicBezTo>
                  <a:cubicBezTo>
                    <a:pt x="12336" y="739"/>
                    <a:pt x="11693" y="1441"/>
                    <a:pt x="11383" y="2298"/>
                  </a:cubicBezTo>
                  <a:cubicBezTo>
                    <a:pt x="11002" y="3370"/>
                    <a:pt x="11157" y="4572"/>
                    <a:pt x="10692" y="5608"/>
                  </a:cubicBezTo>
                  <a:cubicBezTo>
                    <a:pt x="10157" y="6811"/>
                    <a:pt x="8918" y="7513"/>
                    <a:pt x="7728" y="8073"/>
                  </a:cubicBezTo>
                  <a:cubicBezTo>
                    <a:pt x="6549" y="8644"/>
                    <a:pt x="5275" y="9192"/>
                    <a:pt x="4501" y="10252"/>
                  </a:cubicBezTo>
                  <a:cubicBezTo>
                    <a:pt x="3656" y="11442"/>
                    <a:pt x="3608" y="13014"/>
                    <a:pt x="3096" y="14371"/>
                  </a:cubicBezTo>
                  <a:cubicBezTo>
                    <a:pt x="2549" y="15836"/>
                    <a:pt x="763" y="18003"/>
                    <a:pt x="644" y="1827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3"/>
            <p:cNvSpPr/>
            <p:nvPr/>
          </p:nvSpPr>
          <p:spPr>
            <a:xfrm>
              <a:off x="3079825" y="3309775"/>
              <a:ext cx="427775" cy="223250"/>
            </a:xfrm>
            <a:custGeom>
              <a:rect b="b" l="l" r="r" t="t"/>
              <a:pathLst>
                <a:path extrusionOk="0" fill="none" h="8930" w="17111">
                  <a:moveTo>
                    <a:pt x="9621" y="1715"/>
                  </a:moveTo>
                  <a:cubicBezTo>
                    <a:pt x="10621" y="881"/>
                    <a:pt x="11895" y="417"/>
                    <a:pt x="13193" y="214"/>
                  </a:cubicBezTo>
                  <a:cubicBezTo>
                    <a:pt x="14479" y="0"/>
                    <a:pt x="15801" y="24"/>
                    <a:pt x="17110" y="48"/>
                  </a:cubicBezTo>
                  <a:cubicBezTo>
                    <a:pt x="15134" y="310"/>
                    <a:pt x="13526" y="1703"/>
                    <a:pt x="12074" y="3072"/>
                  </a:cubicBezTo>
                  <a:cubicBezTo>
                    <a:pt x="10621" y="4429"/>
                    <a:pt x="9062" y="5870"/>
                    <a:pt x="7109" y="6227"/>
                  </a:cubicBezTo>
                  <a:cubicBezTo>
                    <a:pt x="6252" y="6394"/>
                    <a:pt x="5335" y="6334"/>
                    <a:pt x="4561" y="6739"/>
                  </a:cubicBezTo>
                  <a:cubicBezTo>
                    <a:pt x="3894" y="7084"/>
                    <a:pt x="3430" y="7727"/>
                    <a:pt x="2787" y="8132"/>
                  </a:cubicBezTo>
                  <a:cubicBezTo>
                    <a:pt x="1882" y="8715"/>
                    <a:pt x="942" y="8930"/>
                    <a:pt x="1" y="8394"/>
                  </a:cubicBezTo>
                  <a:lnTo>
                    <a:pt x="61" y="8287"/>
                  </a:lnTo>
                  <a:cubicBezTo>
                    <a:pt x="906" y="8442"/>
                    <a:pt x="1442" y="7858"/>
                    <a:pt x="2132" y="7346"/>
                  </a:cubicBezTo>
                  <a:cubicBezTo>
                    <a:pt x="2811" y="6822"/>
                    <a:pt x="3406" y="6191"/>
                    <a:pt x="4156" y="5775"/>
                  </a:cubicBezTo>
                  <a:cubicBezTo>
                    <a:pt x="4894" y="5370"/>
                    <a:pt x="5740" y="5191"/>
                    <a:pt x="6466" y="4774"/>
                  </a:cubicBezTo>
                  <a:cubicBezTo>
                    <a:pt x="7740" y="4036"/>
                    <a:pt x="8478" y="2655"/>
                    <a:pt x="9609" y="17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3"/>
            <p:cNvSpPr/>
            <p:nvPr/>
          </p:nvSpPr>
          <p:spPr>
            <a:xfrm>
              <a:off x="2696150" y="3323750"/>
              <a:ext cx="151825" cy="514675"/>
            </a:xfrm>
            <a:custGeom>
              <a:rect b="b" l="l" r="r" t="t"/>
              <a:pathLst>
                <a:path extrusionOk="0" fill="none" h="20587" w="6073">
                  <a:moveTo>
                    <a:pt x="5263" y="20586"/>
                  </a:moveTo>
                  <a:lnTo>
                    <a:pt x="5228" y="20586"/>
                  </a:lnTo>
                  <a:cubicBezTo>
                    <a:pt x="5037" y="19074"/>
                    <a:pt x="4001" y="18324"/>
                    <a:pt x="3501" y="16884"/>
                  </a:cubicBezTo>
                  <a:cubicBezTo>
                    <a:pt x="3144" y="15788"/>
                    <a:pt x="3132" y="14610"/>
                    <a:pt x="2811" y="13514"/>
                  </a:cubicBezTo>
                  <a:cubicBezTo>
                    <a:pt x="2442" y="12204"/>
                    <a:pt x="1644" y="11050"/>
                    <a:pt x="1156" y="9776"/>
                  </a:cubicBezTo>
                  <a:cubicBezTo>
                    <a:pt x="1" y="6704"/>
                    <a:pt x="763" y="3227"/>
                    <a:pt x="144" y="1"/>
                  </a:cubicBezTo>
                  <a:cubicBezTo>
                    <a:pt x="1025" y="453"/>
                    <a:pt x="1751" y="1227"/>
                    <a:pt x="2168" y="2132"/>
                  </a:cubicBezTo>
                  <a:cubicBezTo>
                    <a:pt x="2584" y="3025"/>
                    <a:pt x="2692" y="4037"/>
                    <a:pt x="3001" y="4966"/>
                  </a:cubicBezTo>
                  <a:cubicBezTo>
                    <a:pt x="3346" y="6013"/>
                    <a:pt x="3942" y="6978"/>
                    <a:pt x="4085" y="8073"/>
                  </a:cubicBezTo>
                  <a:cubicBezTo>
                    <a:pt x="4216" y="9085"/>
                    <a:pt x="3954" y="10109"/>
                    <a:pt x="4001" y="11133"/>
                  </a:cubicBezTo>
                  <a:cubicBezTo>
                    <a:pt x="4097" y="13181"/>
                    <a:pt x="5406" y="14979"/>
                    <a:pt x="5799" y="17003"/>
                  </a:cubicBezTo>
                  <a:cubicBezTo>
                    <a:pt x="6073" y="18360"/>
                    <a:pt x="5835" y="19324"/>
                    <a:pt x="5263" y="2058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3"/>
            <p:cNvSpPr/>
            <p:nvPr/>
          </p:nvSpPr>
          <p:spPr>
            <a:xfrm>
              <a:off x="3012275" y="3386250"/>
              <a:ext cx="556625" cy="238750"/>
            </a:xfrm>
            <a:custGeom>
              <a:rect b="b" l="l" r="r" t="t"/>
              <a:pathLst>
                <a:path extrusionOk="0" fill="none" h="9550" w="22265">
                  <a:moveTo>
                    <a:pt x="10299" y="4025"/>
                  </a:moveTo>
                  <a:cubicBezTo>
                    <a:pt x="11680" y="3478"/>
                    <a:pt x="13252" y="3489"/>
                    <a:pt x="14597" y="2835"/>
                  </a:cubicBezTo>
                  <a:cubicBezTo>
                    <a:pt x="15371" y="2466"/>
                    <a:pt x="16038" y="1894"/>
                    <a:pt x="16764" y="1430"/>
                  </a:cubicBezTo>
                  <a:cubicBezTo>
                    <a:pt x="18384" y="418"/>
                    <a:pt x="20372" y="1"/>
                    <a:pt x="22265" y="263"/>
                  </a:cubicBezTo>
                  <a:cubicBezTo>
                    <a:pt x="19074" y="1192"/>
                    <a:pt x="17514" y="5061"/>
                    <a:pt x="14407" y="6252"/>
                  </a:cubicBezTo>
                  <a:cubicBezTo>
                    <a:pt x="12895" y="6823"/>
                    <a:pt x="11204" y="6692"/>
                    <a:pt x="9656" y="7145"/>
                  </a:cubicBezTo>
                  <a:cubicBezTo>
                    <a:pt x="7989" y="7645"/>
                    <a:pt x="6561" y="8823"/>
                    <a:pt x="4858" y="9181"/>
                  </a:cubicBezTo>
                  <a:cubicBezTo>
                    <a:pt x="3167" y="9550"/>
                    <a:pt x="1667" y="9085"/>
                    <a:pt x="0" y="9538"/>
                  </a:cubicBezTo>
                  <a:cubicBezTo>
                    <a:pt x="584" y="8692"/>
                    <a:pt x="1286" y="8228"/>
                    <a:pt x="2274" y="7954"/>
                  </a:cubicBezTo>
                  <a:cubicBezTo>
                    <a:pt x="3298" y="7680"/>
                    <a:pt x="4358" y="7561"/>
                    <a:pt x="5334" y="7157"/>
                  </a:cubicBezTo>
                  <a:cubicBezTo>
                    <a:pt x="7144" y="6406"/>
                    <a:pt x="8478" y="4763"/>
                    <a:pt x="10299" y="40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3"/>
            <p:cNvSpPr/>
            <p:nvPr/>
          </p:nvSpPr>
          <p:spPr>
            <a:xfrm>
              <a:off x="2871475" y="3052000"/>
              <a:ext cx="159275" cy="561700"/>
            </a:xfrm>
            <a:custGeom>
              <a:rect b="b" l="l" r="r" t="t"/>
              <a:pathLst>
                <a:path extrusionOk="0" fill="none" h="22468" w="6371">
                  <a:moveTo>
                    <a:pt x="1" y="0"/>
                  </a:moveTo>
                  <a:cubicBezTo>
                    <a:pt x="1298" y="703"/>
                    <a:pt x="2215" y="2048"/>
                    <a:pt x="2406" y="3513"/>
                  </a:cubicBezTo>
                  <a:cubicBezTo>
                    <a:pt x="2572" y="4787"/>
                    <a:pt x="2215" y="6108"/>
                    <a:pt x="2501" y="7358"/>
                  </a:cubicBezTo>
                  <a:cubicBezTo>
                    <a:pt x="2799" y="8644"/>
                    <a:pt x="3739" y="9716"/>
                    <a:pt x="4037" y="11002"/>
                  </a:cubicBezTo>
                  <a:cubicBezTo>
                    <a:pt x="4275" y="12049"/>
                    <a:pt x="4061" y="13180"/>
                    <a:pt x="4406" y="14204"/>
                  </a:cubicBezTo>
                  <a:cubicBezTo>
                    <a:pt x="4751" y="15240"/>
                    <a:pt x="5620" y="16026"/>
                    <a:pt x="5989" y="17050"/>
                  </a:cubicBezTo>
                  <a:cubicBezTo>
                    <a:pt x="6370" y="18098"/>
                    <a:pt x="6180" y="19253"/>
                    <a:pt x="5918" y="20336"/>
                  </a:cubicBezTo>
                  <a:cubicBezTo>
                    <a:pt x="5716" y="21193"/>
                    <a:pt x="5466" y="21443"/>
                    <a:pt x="5180" y="22277"/>
                  </a:cubicBezTo>
                  <a:lnTo>
                    <a:pt x="5049" y="22467"/>
                  </a:lnTo>
                  <a:cubicBezTo>
                    <a:pt x="4918" y="21217"/>
                    <a:pt x="3942" y="20693"/>
                    <a:pt x="3418" y="19538"/>
                  </a:cubicBezTo>
                  <a:cubicBezTo>
                    <a:pt x="2822" y="18217"/>
                    <a:pt x="3049" y="16669"/>
                    <a:pt x="2739" y="15252"/>
                  </a:cubicBezTo>
                  <a:cubicBezTo>
                    <a:pt x="2251" y="13038"/>
                    <a:pt x="501" y="11228"/>
                    <a:pt x="215" y="8989"/>
                  </a:cubicBezTo>
                  <a:cubicBezTo>
                    <a:pt x="48" y="7715"/>
                    <a:pt x="382" y="6441"/>
                    <a:pt x="524" y="5179"/>
                  </a:cubicBezTo>
                  <a:cubicBezTo>
                    <a:pt x="703" y="3441"/>
                    <a:pt x="524" y="1667"/>
                    <a:pt x="1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3"/>
            <p:cNvSpPr/>
            <p:nvPr/>
          </p:nvSpPr>
          <p:spPr>
            <a:xfrm>
              <a:off x="2937550" y="3565750"/>
              <a:ext cx="597725" cy="194100"/>
            </a:xfrm>
            <a:custGeom>
              <a:rect b="b" l="l" r="r" t="t"/>
              <a:pathLst>
                <a:path extrusionOk="0" fill="none" h="7764" w="23909">
                  <a:moveTo>
                    <a:pt x="14860" y="1870"/>
                  </a:moveTo>
                  <a:cubicBezTo>
                    <a:pt x="16193" y="1751"/>
                    <a:pt x="17360" y="965"/>
                    <a:pt x="18634" y="548"/>
                  </a:cubicBezTo>
                  <a:cubicBezTo>
                    <a:pt x="20360" y="0"/>
                    <a:pt x="22313" y="179"/>
                    <a:pt x="23909" y="1024"/>
                  </a:cubicBezTo>
                  <a:cubicBezTo>
                    <a:pt x="22265" y="917"/>
                    <a:pt x="20575" y="1298"/>
                    <a:pt x="19134" y="2084"/>
                  </a:cubicBezTo>
                  <a:cubicBezTo>
                    <a:pt x="17551" y="2953"/>
                    <a:pt x="16253" y="4299"/>
                    <a:pt x="14586" y="4977"/>
                  </a:cubicBezTo>
                  <a:cubicBezTo>
                    <a:pt x="12217" y="5953"/>
                    <a:pt x="9431" y="5453"/>
                    <a:pt x="7097" y="6513"/>
                  </a:cubicBezTo>
                  <a:cubicBezTo>
                    <a:pt x="6156" y="6942"/>
                    <a:pt x="5275" y="7620"/>
                    <a:pt x="4239" y="7680"/>
                  </a:cubicBezTo>
                  <a:cubicBezTo>
                    <a:pt x="2704" y="7763"/>
                    <a:pt x="1525" y="6620"/>
                    <a:pt x="1" y="6561"/>
                  </a:cubicBezTo>
                  <a:lnTo>
                    <a:pt x="132" y="6382"/>
                  </a:lnTo>
                  <a:cubicBezTo>
                    <a:pt x="763" y="5215"/>
                    <a:pt x="1846" y="4620"/>
                    <a:pt x="3168" y="4418"/>
                  </a:cubicBezTo>
                  <a:cubicBezTo>
                    <a:pt x="4478" y="4203"/>
                    <a:pt x="5835" y="4263"/>
                    <a:pt x="7121" y="3906"/>
                  </a:cubicBezTo>
                  <a:cubicBezTo>
                    <a:pt x="9002" y="3370"/>
                    <a:pt x="10609" y="1941"/>
                    <a:pt x="12562" y="1822"/>
                  </a:cubicBezTo>
                  <a:cubicBezTo>
                    <a:pt x="13324" y="1774"/>
                    <a:pt x="14098" y="1929"/>
                    <a:pt x="14860" y="187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3"/>
            <p:cNvSpPr/>
            <p:nvPr/>
          </p:nvSpPr>
          <p:spPr>
            <a:xfrm>
              <a:off x="2843200" y="3737800"/>
              <a:ext cx="546825" cy="124150"/>
            </a:xfrm>
            <a:custGeom>
              <a:rect b="b" l="l" r="r" t="t"/>
              <a:pathLst>
                <a:path extrusionOk="0" fill="none" h="4966" w="21873">
                  <a:moveTo>
                    <a:pt x="21872" y="917"/>
                  </a:moveTo>
                  <a:cubicBezTo>
                    <a:pt x="20396" y="738"/>
                    <a:pt x="18920" y="1286"/>
                    <a:pt x="17598" y="1965"/>
                  </a:cubicBezTo>
                  <a:cubicBezTo>
                    <a:pt x="16264" y="2643"/>
                    <a:pt x="15002" y="3477"/>
                    <a:pt x="13574" y="3929"/>
                  </a:cubicBezTo>
                  <a:cubicBezTo>
                    <a:pt x="11407" y="4620"/>
                    <a:pt x="9061" y="4382"/>
                    <a:pt x="6787" y="4608"/>
                  </a:cubicBezTo>
                  <a:cubicBezTo>
                    <a:pt x="5632" y="4727"/>
                    <a:pt x="4465" y="4965"/>
                    <a:pt x="3310" y="4822"/>
                  </a:cubicBezTo>
                  <a:cubicBezTo>
                    <a:pt x="2156" y="4679"/>
                    <a:pt x="1108" y="4215"/>
                    <a:pt x="1" y="4429"/>
                  </a:cubicBezTo>
                  <a:cubicBezTo>
                    <a:pt x="667" y="3501"/>
                    <a:pt x="1810" y="3143"/>
                    <a:pt x="2953" y="3108"/>
                  </a:cubicBezTo>
                  <a:cubicBezTo>
                    <a:pt x="4132" y="3072"/>
                    <a:pt x="5346" y="3215"/>
                    <a:pt x="6454" y="2846"/>
                  </a:cubicBezTo>
                  <a:cubicBezTo>
                    <a:pt x="7418" y="2524"/>
                    <a:pt x="8228" y="1834"/>
                    <a:pt x="9204" y="1560"/>
                  </a:cubicBezTo>
                  <a:cubicBezTo>
                    <a:pt x="10180" y="1286"/>
                    <a:pt x="11228" y="1465"/>
                    <a:pt x="12252" y="1429"/>
                  </a:cubicBezTo>
                  <a:cubicBezTo>
                    <a:pt x="13907" y="1381"/>
                    <a:pt x="15479" y="774"/>
                    <a:pt x="17086" y="417"/>
                  </a:cubicBezTo>
                  <a:cubicBezTo>
                    <a:pt x="18693" y="72"/>
                    <a:pt x="20503" y="0"/>
                    <a:pt x="21872" y="90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"/>
            <p:cNvSpPr/>
            <p:nvPr/>
          </p:nvSpPr>
          <p:spPr>
            <a:xfrm>
              <a:off x="2475000" y="3488050"/>
              <a:ext cx="157175" cy="595050"/>
            </a:xfrm>
            <a:custGeom>
              <a:rect b="b" l="l" r="r" t="t"/>
              <a:pathLst>
                <a:path extrusionOk="0" fill="none" h="23802" w="6287">
                  <a:moveTo>
                    <a:pt x="1644" y="1"/>
                  </a:moveTo>
                  <a:cubicBezTo>
                    <a:pt x="2727" y="1084"/>
                    <a:pt x="3810" y="2394"/>
                    <a:pt x="3799" y="3942"/>
                  </a:cubicBezTo>
                  <a:cubicBezTo>
                    <a:pt x="3799" y="4692"/>
                    <a:pt x="3525" y="5442"/>
                    <a:pt x="3513" y="6192"/>
                  </a:cubicBezTo>
                  <a:cubicBezTo>
                    <a:pt x="3513" y="7811"/>
                    <a:pt x="4715" y="9276"/>
                    <a:pt x="4620" y="10895"/>
                  </a:cubicBezTo>
                  <a:cubicBezTo>
                    <a:pt x="4561" y="11859"/>
                    <a:pt x="4037" y="12741"/>
                    <a:pt x="3941" y="13705"/>
                  </a:cubicBezTo>
                  <a:cubicBezTo>
                    <a:pt x="3763" y="15753"/>
                    <a:pt x="5561" y="17455"/>
                    <a:pt x="5954" y="19479"/>
                  </a:cubicBezTo>
                  <a:cubicBezTo>
                    <a:pt x="6287" y="21158"/>
                    <a:pt x="5632" y="22075"/>
                    <a:pt x="4906" y="23635"/>
                  </a:cubicBezTo>
                  <a:lnTo>
                    <a:pt x="4715" y="23801"/>
                  </a:lnTo>
                  <a:cubicBezTo>
                    <a:pt x="4763" y="22027"/>
                    <a:pt x="3227" y="21134"/>
                    <a:pt x="2656" y="19432"/>
                  </a:cubicBezTo>
                  <a:cubicBezTo>
                    <a:pt x="2025" y="17551"/>
                    <a:pt x="2596" y="15455"/>
                    <a:pt x="2132" y="13526"/>
                  </a:cubicBezTo>
                  <a:cubicBezTo>
                    <a:pt x="1751" y="11943"/>
                    <a:pt x="667" y="10562"/>
                    <a:pt x="441" y="8931"/>
                  </a:cubicBezTo>
                  <a:cubicBezTo>
                    <a:pt x="0" y="5918"/>
                    <a:pt x="2608" y="2894"/>
                    <a:pt x="164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"/>
            <p:cNvSpPr/>
            <p:nvPr/>
          </p:nvSpPr>
          <p:spPr>
            <a:xfrm>
              <a:off x="2394925" y="3677375"/>
              <a:ext cx="94675" cy="529850"/>
            </a:xfrm>
            <a:custGeom>
              <a:rect b="b" l="l" r="r" t="t"/>
              <a:pathLst>
                <a:path extrusionOk="0" fill="none" h="21194" w="3787">
                  <a:moveTo>
                    <a:pt x="2215" y="21074"/>
                  </a:moveTo>
                  <a:lnTo>
                    <a:pt x="2096" y="21169"/>
                  </a:lnTo>
                  <a:cubicBezTo>
                    <a:pt x="2096" y="21193"/>
                    <a:pt x="1418" y="18741"/>
                    <a:pt x="1251" y="17217"/>
                  </a:cubicBezTo>
                  <a:cubicBezTo>
                    <a:pt x="1120" y="16074"/>
                    <a:pt x="1370" y="14919"/>
                    <a:pt x="1298" y="13764"/>
                  </a:cubicBezTo>
                  <a:cubicBezTo>
                    <a:pt x="1203" y="12406"/>
                    <a:pt x="679" y="11121"/>
                    <a:pt x="477" y="9775"/>
                  </a:cubicBezTo>
                  <a:cubicBezTo>
                    <a:pt x="1" y="6513"/>
                    <a:pt x="1489" y="3286"/>
                    <a:pt x="1572" y="0"/>
                  </a:cubicBezTo>
                  <a:cubicBezTo>
                    <a:pt x="2346" y="643"/>
                    <a:pt x="2882" y="1536"/>
                    <a:pt x="3096" y="2512"/>
                  </a:cubicBezTo>
                  <a:cubicBezTo>
                    <a:pt x="3311" y="3477"/>
                    <a:pt x="3203" y="4489"/>
                    <a:pt x="3299" y="5465"/>
                  </a:cubicBezTo>
                  <a:cubicBezTo>
                    <a:pt x="3418" y="6561"/>
                    <a:pt x="3787" y="7632"/>
                    <a:pt x="3704" y="8727"/>
                  </a:cubicBezTo>
                  <a:cubicBezTo>
                    <a:pt x="3620" y="9751"/>
                    <a:pt x="3144" y="10692"/>
                    <a:pt x="2965" y="11704"/>
                  </a:cubicBezTo>
                  <a:cubicBezTo>
                    <a:pt x="2608" y="13728"/>
                    <a:pt x="3513" y="15764"/>
                    <a:pt x="3465" y="17824"/>
                  </a:cubicBezTo>
                  <a:cubicBezTo>
                    <a:pt x="3442" y="19205"/>
                    <a:pt x="3037" y="19967"/>
                    <a:pt x="2203" y="2107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"/>
            <p:cNvSpPr/>
            <p:nvPr/>
          </p:nvSpPr>
          <p:spPr>
            <a:xfrm>
              <a:off x="2692875" y="3849425"/>
              <a:ext cx="586425" cy="173550"/>
            </a:xfrm>
            <a:custGeom>
              <a:rect b="b" l="l" r="r" t="t"/>
              <a:pathLst>
                <a:path extrusionOk="0" fill="none" h="6942" w="23457">
                  <a:moveTo>
                    <a:pt x="11062" y="2524"/>
                  </a:moveTo>
                  <a:cubicBezTo>
                    <a:pt x="12502" y="2179"/>
                    <a:pt x="14062" y="2417"/>
                    <a:pt x="15479" y="1976"/>
                  </a:cubicBezTo>
                  <a:cubicBezTo>
                    <a:pt x="16312" y="1714"/>
                    <a:pt x="17039" y="1250"/>
                    <a:pt x="17836" y="893"/>
                  </a:cubicBezTo>
                  <a:cubicBezTo>
                    <a:pt x="19587" y="131"/>
                    <a:pt x="21611" y="0"/>
                    <a:pt x="23456" y="536"/>
                  </a:cubicBezTo>
                  <a:cubicBezTo>
                    <a:pt x="20146" y="1000"/>
                    <a:pt x="18051" y="4596"/>
                    <a:pt x="14800" y="5310"/>
                  </a:cubicBezTo>
                  <a:cubicBezTo>
                    <a:pt x="13217" y="5667"/>
                    <a:pt x="11562" y="5286"/>
                    <a:pt x="9966" y="5513"/>
                  </a:cubicBezTo>
                  <a:cubicBezTo>
                    <a:pt x="8252" y="5763"/>
                    <a:pt x="6668" y="6715"/>
                    <a:pt x="4930" y="6834"/>
                  </a:cubicBezTo>
                  <a:cubicBezTo>
                    <a:pt x="3204" y="6941"/>
                    <a:pt x="1715" y="6322"/>
                    <a:pt x="1" y="6525"/>
                  </a:cubicBezTo>
                  <a:cubicBezTo>
                    <a:pt x="703" y="5775"/>
                    <a:pt x="1537" y="5370"/>
                    <a:pt x="2549" y="5239"/>
                  </a:cubicBezTo>
                  <a:cubicBezTo>
                    <a:pt x="3597" y="5120"/>
                    <a:pt x="4668" y="5143"/>
                    <a:pt x="5692" y="4893"/>
                  </a:cubicBezTo>
                  <a:cubicBezTo>
                    <a:pt x="7597" y="4405"/>
                    <a:pt x="9157" y="2977"/>
                    <a:pt x="11062" y="2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"/>
            <p:cNvSpPr/>
            <p:nvPr/>
          </p:nvSpPr>
          <p:spPr>
            <a:xfrm>
              <a:off x="2610125" y="3424075"/>
              <a:ext cx="120300" cy="571800"/>
            </a:xfrm>
            <a:custGeom>
              <a:rect b="b" l="l" r="r" t="t"/>
              <a:pathLst>
                <a:path extrusionOk="0" fill="none" h="22872" w="4812">
                  <a:moveTo>
                    <a:pt x="1144" y="0"/>
                  </a:moveTo>
                  <a:cubicBezTo>
                    <a:pt x="2323" y="893"/>
                    <a:pt x="3037" y="2357"/>
                    <a:pt x="3013" y="3834"/>
                  </a:cubicBezTo>
                  <a:cubicBezTo>
                    <a:pt x="2989" y="5108"/>
                    <a:pt x="2454" y="6370"/>
                    <a:pt x="2549" y="7644"/>
                  </a:cubicBezTo>
                  <a:cubicBezTo>
                    <a:pt x="2656" y="8965"/>
                    <a:pt x="3430" y="10156"/>
                    <a:pt x="3537" y="11478"/>
                  </a:cubicBezTo>
                  <a:cubicBezTo>
                    <a:pt x="3620" y="12549"/>
                    <a:pt x="3239" y="13633"/>
                    <a:pt x="3430" y="14692"/>
                  </a:cubicBezTo>
                  <a:cubicBezTo>
                    <a:pt x="3620" y="15764"/>
                    <a:pt x="4371" y="16669"/>
                    <a:pt x="4585" y="17740"/>
                  </a:cubicBezTo>
                  <a:cubicBezTo>
                    <a:pt x="4811" y="18836"/>
                    <a:pt x="4454" y="19955"/>
                    <a:pt x="4037" y="20979"/>
                  </a:cubicBezTo>
                  <a:cubicBezTo>
                    <a:pt x="3716" y="21800"/>
                    <a:pt x="3549" y="21896"/>
                    <a:pt x="3144" y="22681"/>
                  </a:cubicBezTo>
                  <a:lnTo>
                    <a:pt x="2918" y="22872"/>
                  </a:lnTo>
                  <a:cubicBezTo>
                    <a:pt x="2966" y="21610"/>
                    <a:pt x="2025" y="21050"/>
                    <a:pt x="1680" y="19836"/>
                  </a:cubicBezTo>
                  <a:cubicBezTo>
                    <a:pt x="1275" y="18431"/>
                    <a:pt x="1727" y="16931"/>
                    <a:pt x="1632" y="15490"/>
                  </a:cubicBezTo>
                  <a:cubicBezTo>
                    <a:pt x="1477" y="13228"/>
                    <a:pt x="1" y="11180"/>
                    <a:pt x="49" y="8930"/>
                  </a:cubicBezTo>
                  <a:cubicBezTo>
                    <a:pt x="72" y="7644"/>
                    <a:pt x="584" y="6429"/>
                    <a:pt x="906" y="5191"/>
                  </a:cubicBezTo>
                  <a:cubicBezTo>
                    <a:pt x="1346" y="3500"/>
                    <a:pt x="1430" y="1726"/>
                    <a:pt x="114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"/>
            <p:cNvSpPr/>
            <p:nvPr/>
          </p:nvSpPr>
          <p:spPr>
            <a:xfrm>
              <a:off x="2602400" y="4016100"/>
              <a:ext cx="614375" cy="133675"/>
            </a:xfrm>
            <a:custGeom>
              <a:rect b="b" l="l" r="r" t="t"/>
              <a:pathLst>
                <a:path extrusionOk="0" fill="none" h="5347" w="24575">
                  <a:moveTo>
                    <a:pt x="15502" y="1048"/>
                  </a:moveTo>
                  <a:cubicBezTo>
                    <a:pt x="16836" y="1132"/>
                    <a:pt x="18110" y="512"/>
                    <a:pt x="19431" y="298"/>
                  </a:cubicBezTo>
                  <a:cubicBezTo>
                    <a:pt x="21217" y="0"/>
                    <a:pt x="23122" y="465"/>
                    <a:pt x="24575" y="1536"/>
                  </a:cubicBezTo>
                  <a:cubicBezTo>
                    <a:pt x="22956" y="1191"/>
                    <a:pt x="21241" y="1310"/>
                    <a:pt x="19693" y="1894"/>
                  </a:cubicBezTo>
                  <a:cubicBezTo>
                    <a:pt x="18003" y="2513"/>
                    <a:pt x="16526" y="3656"/>
                    <a:pt x="14776" y="4084"/>
                  </a:cubicBezTo>
                  <a:cubicBezTo>
                    <a:pt x="12300" y="4703"/>
                    <a:pt x="9609" y="3810"/>
                    <a:pt x="7144" y="4513"/>
                  </a:cubicBezTo>
                  <a:cubicBezTo>
                    <a:pt x="6144" y="4799"/>
                    <a:pt x="5180" y="5346"/>
                    <a:pt x="4144" y="5251"/>
                  </a:cubicBezTo>
                  <a:cubicBezTo>
                    <a:pt x="2608" y="5108"/>
                    <a:pt x="1489" y="3632"/>
                    <a:pt x="0" y="3358"/>
                  </a:cubicBezTo>
                  <a:lnTo>
                    <a:pt x="48" y="3287"/>
                  </a:lnTo>
                  <a:cubicBezTo>
                    <a:pt x="834" y="2215"/>
                    <a:pt x="2227" y="1882"/>
                    <a:pt x="3560" y="1870"/>
                  </a:cubicBezTo>
                  <a:cubicBezTo>
                    <a:pt x="4894" y="1858"/>
                    <a:pt x="6227" y="2108"/>
                    <a:pt x="7549" y="1941"/>
                  </a:cubicBezTo>
                  <a:cubicBezTo>
                    <a:pt x="9478" y="1679"/>
                    <a:pt x="11287" y="512"/>
                    <a:pt x="13228" y="667"/>
                  </a:cubicBezTo>
                  <a:cubicBezTo>
                    <a:pt x="13990" y="739"/>
                    <a:pt x="14728" y="1001"/>
                    <a:pt x="15502" y="104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3"/>
            <p:cNvSpPr/>
            <p:nvPr/>
          </p:nvSpPr>
          <p:spPr>
            <a:xfrm>
              <a:off x="2460125" y="4198575"/>
              <a:ext cx="555150" cy="87825"/>
            </a:xfrm>
            <a:custGeom>
              <a:rect b="b" l="l" r="r" t="t"/>
              <a:pathLst>
                <a:path extrusionOk="0" fill="none" h="3513" w="22206">
                  <a:moveTo>
                    <a:pt x="22205" y="2131"/>
                  </a:moveTo>
                  <a:cubicBezTo>
                    <a:pt x="20788" y="1643"/>
                    <a:pt x="19241" y="1869"/>
                    <a:pt x="17800" y="2250"/>
                  </a:cubicBezTo>
                  <a:cubicBezTo>
                    <a:pt x="16359" y="2631"/>
                    <a:pt x="14943" y="3155"/>
                    <a:pt x="13454" y="3298"/>
                  </a:cubicBezTo>
                  <a:cubicBezTo>
                    <a:pt x="11180" y="3512"/>
                    <a:pt x="8942" y="2774"/>
                    <a:pt x="6680" y="2512"/>
                  </a:cubicBezTo>
                  <a:cubicBezTo>
                    <a:pt x="5513" y="2381"/>
                    <a:pt x="4322" y="2369"/>
                    <a:pt x="3227" y="1976"/>
                  </a:cubicBezTo>
                  <a:cubicBezTo>
                    <a:pt x="2131" y="1584"/>
                    <a:pt x="1119" y="857"/>
                    <a:pt x="0" y="845"/>
                  </a:cubicBezTo>
                  <a:cubicBezTo>
                    <a:pt x="846" y="71"/>
                    <a:pt x="2119" y="12"/>
                    <a:pt x="3251" y="226"/>
                  </a:cubicBezTo>
                  <a:cubicBezTo>
                    <a:pt x="4405" y="441"/>
                    <a:pt x="5560" y="845"/>
                    <a:pt x="6727" y="714"/>
                  </a:cubicBezTo>
                  <a:cubicBezTo>
                    <a:pt x="7727" y="607"/>
                    <a:pt x="8668" y="107"/>
                    <a:pt x="9680" y="48"/>
                  </a:cubicBezTo>
                  <a:cubicBezTo>
                    <a:pt x="10704" y="0"/>
                    <a:pt x="11692" y="393"/>
                    <a:pt x="12692" y="583"/>
                  </a:cubicBezTo>
                  <a:cubicBezTo>
                    <a:pt x="14311" y="881"/>
                    <a:pt x="15978" y="631"/>
                    <a:pt x="17633" y="631"/>
                  </a:cubicBezTo>
                  <a:cubicBezTo>
                    <a:pt x="19276" y="631"/>
                    <a:pt x="21050" y="953"/>
                    <a:pt x="22205" y="2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"/>
          <p:cNvSpPr/>
          <p:nvPr/>
        </p:nvSpPr>
        <p:spPr>
          <a:xfrm>
            <a:off x="1490695" y="1438987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4"/>
          <p:cNvSpPr txBox="1"/>
          <p:nvPr>
            <p:ph idx="2" type="title"/>
          </p:nvPr>
        </p:nvSpPr>
        <p:spPr>
          <a:xfrm>
            <a:off x="1490700" y="2792550"/>
            <a:ext cx="454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chemeClr val="accent1"/>
                </a:solidFill>
              </a:rPr>
              <a:t>Tổng quan</a:t>
            </a:r>
            <a:r>
              <a:rPr lang="en"/>
              <a:t> đề tài</a:t>
            </a:r>
            <a:endParaRPr/>
          </a:p>
        </p:txBody>
      </p:sp>
      <p:sp>
        <p:nvSpPr>
          <p:cNvPr id="1545" name="Google Shape;1545;p4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46" name="Google Shape;1546;p4"/>
          <p:cNvSpPr/>
          <p:nvPr/>
        </p:nvSpPr>
        <p:spPr>
          <a:xfrm>
            <a:off x="6408725" y="1353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4"/>
          <p:cNvSpPr/>
          <p:nvPr/>
        </p:nvSpPr>
        <p:spPr>
          <a:xfrm rot="1760258">
            <a:off x="7305762" y="1881368"/>
            <a:ext cx="413469" cy="304274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Tổng</a:t>
            </a:r>
            <a:r>
              <a:rPr lang="en"/>
              <a:t> quan</a:t>
            </a:r>
            <a:endParaRPr/>
          </a:p>
        </p:txBody>
      </p:sp>
      <p:sp>
        <p:nvSpPr>
          <p:cNvPr id="1553" name="Google Shape;1553;p5"/>
          <p:cNvSpPr txBox="1"/>
          <p:nvPr/>
        </p:nvSpPr>
        <p:spPr>
          <a:xfrm>
            <a:off x="4765075" y="1701050"/>
            <a:ext cx="3990900" cy="19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ap"/>
              <a:buChar char="●"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Hiện nay, sản phẩm không rõ nguồn gốc được bày bán tràn lan</a:t>
            </a:r>
            <a:endParaRPr b="0" i="0" sz="16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ap"/>
              <a:buChar char="●"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Vấn đề về an toàn thực phẩm ngày càng được chú trọng</a:t>
            </a:r>
            <a:endParaRPr b="0" i="0" sz="16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ap"/>
              <a:buChar char="●"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Ứng dụng giúp tăng niềm tin cho người tiêu dùng</a:t>
            </a:r>
            <a:endParaRPr b="0" i="0" sz="16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sap"/>
              <a:buChar char="●"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Cung cấp đầy đủ thông tin, nguồn gốc sản phẩm nông sản</a:t>
            </a:r>
            <a:endParaRPr b="0" i="0" sz="16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554" name="Google Shape;1554;p5"/>
          <p:cNvPicPr preferRelativeResize="0"/>
          <p:nvPr/>
        </p:nvPicPr>
        <p:blipFill rotWithShape="1">
          <a:blip r:embed="rId3">
            <a:alphaModFix/>
          </a:blip>
          <a:srcRect b="4852" l="8827" r="8280" t="4271"/>
          <a:stretch/>
        </p:blipFill>
        <p:spPr>
          <a:xfrm>
            <a:off x="404500" y="1548475"/>
            <a:ext cx="4132174" cy="227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6"/>
          <p:cNvSpPr/>
          <p:nvPr/>
        </p:nvSpPr>
        <p:spPr>
          <a:xfrm>
            <a:off x="6244238" y="1056012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6"/>
          <p:cNvSpPr txBox="1"/>
          <p:nvPr>
            <p:ph type="title"/>
          </p:nvPr>
        </p:nvSpPr>
        <p:spPr>
          <a:xfrm>
            <a:off x="3114600" y="2362075"/>
            <a:ext cx="4464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200">
                <a:solidFill>
                  <a:schemeClr val="accent1"/>
                </a:solidFill>
              </a:rPr>
              <a:t>Thiết kế</a:t>
            </a:r>
            <a:r>
              <a:rPr lang="en" sz="3200"/>
              <a:t> giao diện</a:t>
            </a:r>
            <a:r>
              <a:rPr lang="en"/>
              <a:t> </a:t>
            </a:r>
            <a:endParaRPr/>
          </a:p>
        </p:txBody>
      </p:sp>
      <p:sp>
        <p:nvSpPr>
          <p:cNvPr id="1561" name="Google Shape;1561;p6"/>
          <p:cNvSpPr txBox="1"/>
          <p:nvPr>
            <p:ph idx="2" type="title"/>
          </p:nvPr>
        </p:nvSpPr>
        <p:spPr>
          <a:xfrm>
            <a:off x="6204425" y="1274317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_256" id="1566" name="Google Shape;15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575" y="714731"/>
            <a:ext cx="1830550" cy="3996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256" id="1567" name="Google Shape;15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6725" y="727406"/>
            <a:ext cx="1830550" cy="3971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256" id="1568" name="Google Shape;15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875" y="733626"/>
            <a:ext cx="1830550" cy="39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8"/>
          <p:cNvPicPr preferRelativeResize="0"/>
          <p:nvPr/>
        </p:nvPicPr>
        <p:blipFill rotWithShape="1">
          <a:blip r:embed="rId3">
            <a:alphaModFix/>
          </a:blip>
          <a:srcRect b="53970" l="0" r="0" t="0"/>
          <a:stretch/>
        </p:blipFill>
        <p:spPr>
          <a:xfrm>
            <a:off x="644538" y="449063"/>
            <a:ext cx="2362200" cy="43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8"/>
          <p:cNvPicPr preferRelativeResize="0"/>
          <p:nvPr/>
        </p:nvPicPr>
        <p:blipFill rotWithShape="1">
          <a:blip r:embed="rId3">
            <a:alphaModFix/>
          </a:blip>
          <a:srcRect b="8022" l="0" r="0" t="45944"/>
          <a:stretch/>
        </p:blipFill>
        <p:spPr>
          <a:xfrm>
            <a:off x="6108888" y="449050"/>
            <a:ext cx="2362200" cy="43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8"/>
          <p:cNvPicPr preferRelativeResize="0"/>
          <p:nvPr/>
        </p:nvPicPr>
        <p:blipFill rotWithShape="1">
          <a:blip r:embed="rId4">
            <a:alphaModFix/>
          </a:blip>
          <a:srcRect b="9272" l="0" r="0" t="44976"/>
          <a:stretch/>
        </p:blipFill>
        <p:spPr>
          <a:xfrm>
            <a:off x="3376700" y="460250"/>
            <a:ext cx="2362200" cy="43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Google Shape;1580;p9"/>
          <p:cNvPicPr preferRelativeResize="0"/>
          <p:nvPr/>
        </p:nvPicPr>
        <p:blipFill rotWithShape="1">
          <a:blip r:embed="rId3">
            <a:alphaModFix/>
          </a:blip>
          <a:srcRect b="42719" l="9123" r="-8" t="0"/>
          <a:stretch/>
        </p:blipFill>
        <p:spPr>
          <a:xfrm>
            <a:off x="2171863" y="524799"/>
            <a:ext cx="4800274" cy="461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5" name="Google Shape;1585;p10"/>
          <p:cNvPicPr preferRelativeResize="0"/>
          <p:nvPr/>
        </p:nvPicPr>
        <p:blipFill rotWithShape="1">
          <a:blip r:embed="rId3">
            <a:alphaModFix/>
          </a:blip>
          <a:srcRect b="0" l="9123" r="-8" t="55718"/>
          <a:stretch/>
        </p:blipFill>
        <p:spPr>
          <a:xfrm>
            <a:off x="2173750" y="801875"/>
            <a:ext cx="4796500" cy="3539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0" name="Google Shape;1590;p11"/>
          <p:cNvPicPr preferRelativeResize="0"/>
          <p:nvPr/>
        </p:nvPicPr>
        <p:blipFill rotWithShape="1">
          <a:blip r:embed="rId3">
            <a:alphaModFix/>
          </a:blip>
          <a:srcRect b="52087" l="9690" r="0" t="0"/>
          <a:stretch/>
        </p:blipFill>
        <p:spPr>
          <a:xfrm>
            <a:off x="2171875" y="627863"/>
            <a:ext cx="4800250" cy="388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2"/>
          <p:cNvSpPr/>
          <p:nvPr/>
        </p:nvSpPr>
        <p:spPr>
          <a:xfrm>
            <a:off x="3924807" y="1311462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12"/>
          <p:cNvSpPr txBox="1"/>
          <p:nvPr>
            <p:ph type="title"/>
          </p:nvPr>
        </p:nvSpPr>
        <p:spPr>
          <a:xfrm>
            <a:off x="1901900" y="3335068"/>
            <a:ext cx="540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chemeClr val="accent1"/>
                </a:solidFill>
              </a:rPr>
              <a:t>Phân tích &amp;</a:t>
            </a:r>
            <a:r>
              <a:rPr lang="en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thiết kế hệ thống</a:t>
            </a:r>
            <a:endParaRPr/>
          </a:p>
        </p:txBody>
      </p:sp>
      <p:sp>
        <p:nvSpPr>
          <p:cNvPr id="1597" name="Google Shape;1597;p12"/>
          <p:cNvSpPr txBox="1"/>
          <p:nvPr>
            <p:ph idx="2" type="title"/>
          </p:nvPr>
        </p:nvSpPr>
        <p:spPr>
          <a:xfrm>
            <a:off x="3917600" y="15297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chemeClr val="accent1"/>
                </a:solidFill>
              </a:rPr>
              <a:t>Chức </a:t>
            </a:r>
            <a:r>
              <a:rPr b="1" lang="en"/>
              <a:t>năng</a:t>
            </a:r>
            <a:endParaRPr/>
          </a:p>
        </p:txBody>
      </p:sp>
      <p:sp>
        <p:nvSpPr>
          <p:cNvPr id="1603" name="Google Shape;1603;p13"/>
          <p:cNvSpPr/>
          <p:nvPr/>
        </p:nvSpPr>
        <p:spPr>
          <a:xfrm>
            <a:off x="1217450" y="134005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Quét mã QR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4" name="Google Shape;1604;p13"/>
          <p:cNvSpPr/>
          <p:nvPr/>
        </p:nvSpPr>
        <p:spPr>
          <a:xfrm>
            <a:off x="1217450" y="217490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Hiển thị thông tin truy xuất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5" name="Google Shape;1605;p13"/>
          <p:cNvSpPr/>
          <p:nvPr/>
        </p:nvSpPr>
        <p:spPr>
          <a:xfrm>
            <a:off x="1217450" y="300975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Đăng nhập, đăng ký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6" name="Google Shape;1606;p13"/>
          <p:cNvSpPr/>
          <p:nvPr/>
        </p:nvSpPr>
        <p:spPr>
          <a:xfrm>
            <a:off x="1217450" y="384460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Chỉnh sửa thông tin cá nhân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7" name="Google Shape;1607;p13"/>
          <p:cNvSpPr/>
          <p:nvPr/>
        </p:nvSpPr>
        <p:spPr>
          <a:xfrm>
            <a:off x="3623875" y="134005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sap"/>
                <a:ea typeface="Asap"/>
                <a:cs typeface="Asap"/>
                <a:sym typeface="Asap"/>
              </a:rPr>
              <a:t>Quản lý tài khoản</a:t>
            </a:r>
            <a:endParaRPr b="0" i="0" sz="1400" u="none" cap="none" strike="noStrike">
              <a:solidFill>
                <a:schemeClr val="dk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8" name="Google Shape;1608;p13"/>
          <p:cNvSpPr/>
          <p:nvPr/>
        </p:nvSpPr>
        <p:spPr>
          <a:xfrm>
            <a:off x="3623875" y="217490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Quản lý nông sản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09" name="Google Shape;1609;p13"/>
          <p:cNvSpPr/>
          <p:nvPr/>
        </p:nvSpPr>
        <p:spPr>
          <a:xfrm>
            <a:off x="3623875" y="300975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Quản lý vùng 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nuôi trồng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10" name="Google Shape;1610;p13"/>
          <p:cNvSpPr/>
          <p:nvPr/>
        </p:nvSpPr>
        <p:spPr>
          <a:xfrm>
            <a:off x="3623875" y="384460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Quản lý canh tác vùng trồng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11" name="Google Shape;1611;p13"/>
          <p:cNvSpPr/>
          <p:nvPr/>
        </p:nvSpPr>
        <p:spPr>
          <a:xfrm>
            <a:off x="6062275" y="134005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Quản lý sinh vật 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gây hại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12" name="Google Shape;1612;p13"/>
          <p:cNvSpPr/>
          <p:nvPr/>
        </p:nvSpPr>
        <p:spPr>
          <a:xfrm>
            <a:off x="6062275" y="2174900"/>
            <a:ext cx="1970700" cy="700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Quản lý thuốc bvtv/ty</a:t>
            </a:r>
            <a:endParaRPr b="0" i="0" sz="1400" u="none" cap="none" strike="noStrike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" name="Google Shape;1617;p14"/>
          <p:cNvPicPr preferRelativeResize="0"/>
          <p:nvPr/>
        </p:nvPicPr>
        <p:blipFill rotWithShape="1">
          <a:blip r:embed="rId3">
            <a:alphaModFix/>
          </a:blip>
          <a:srcRect b="1347" l="1426" r="1101" t="1311"/>
          <a:stretch/>
        </p:blipFill>
        <p:spPr>
          <a:xfrm>
            <a:off x="1191717" y="67456"/>
            <a:ext cx="6783049" cy="500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5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Kiến trúc </a:t>
            </a:r>
            <a:r>
              <a:rPr lang="en"/>
              <a:t>hệ thống</a:t>
            </a:r>
            <a:endParaRPr/>
          </a:p>
        </p:txBody>
      </p:sp>
      <p:sp>
        <p:nvSpPr>
          <p:cNvPr id="1623" name="Google Shape;1623;p15"/>
          <p:cNvSpPr txBox="1"/>
          <p:nvPr/>
        </p:nvSpPr>
        <p:spPr>
          <a:xfrm>
            <a:off x="1145549" y="4111864"/>
            <a:ext cx="68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lt2"/>
                </a:solidFill>
                <a:latin typeface="Asap Medium"/>
                <a:ea typeface="Asap Medium"/>
                <a:cs typeface="Asap Medium"/>
                <a:sym typeface="Asap Medium"/>
              </a:rPr>
              <a:t>Mô hình 3 tầng</a:t>
            </a:r>
            <a:endParaRPr b="0" i="0" sz="2200" u="none" cap="none" strike="noStrike">
              <a:solidFill>
                <a:schemeClr val="lt2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  <p:pic>
        <p:nvPicPr>
          <p:cNvPr id="1624" name="Google Shape;16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263" y="945433"/>
            <a:ext cx="7885471" cy="30953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5"/>
          <p:cNvSpPr txBox="1"/>
          <p:nvPr/>
        </p:nvSpPr>
        <p:spPr>
          <a:xfrm>
            <a:off x="921756" y="997566"/>
            <a:ext cx="1343100" cy="4308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Presentation</a:t>
            </a:r>
            <a:endParaRPr/>
          </a:p>
        </p:txBody>
      </p:sp>
      <p:sp>
        <p:nvSpPr>
          <p:cNvPr id="1626" name="Google Shape;1626;p15"/>
          <p:cNvSpPr txBox="1"/>
          <p:nvPr/>
        </p:nvSpPr>
        <p:spPr>
          <a:xfrm>
            <a:off x="3900448" y="997566"/>
            <a:ext cx="1507294" cy="4308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Business Logic</a:t>
            </a:r>
            <a:endParaRPr/>
          </a:p>
        </p:txBody>
      </p:sp>
      <p:sp>
        <p:nvSpPr>
          <p:cNvPr id="1627" name="Google Shape;1627;p15"/>
          <p:cNvSpPr txBox="1"/>
          <p:nvPr/>
        </p:nvSpPr>
        <p:spPr>
          <a:xfrm>
            <a:off x="7297482" y="997566"/>
            <a:ext cx="924762" cy="43085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</a:pPr>
            <a:r>
              <a:rPr b="0" i="0" lang="en" sz="16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Data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7"/>
          <p:cNvSpPr/>
          <p:nvPr/>
        </p:nvSpPr>
        <p:spPr>
          <a:xfrm>
            <a:off x="5732395" y="1715470"/>
            <a:ext cx="757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3" name="Google Shape;1633;p17"/>
          <p:cNvSpPr/>
          <p:nvPr/>
        </p:nvSpPr>
        <p:spPr>
          <a:xfrm>
            <a:off x="3303090" y="1715470"/>
            <a:ext cx="757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4" name="Google Shape;1634;p17"/>
          <p:cNvSpPr/>
          <p:nvPr/>
        </p:nvSpPr>
        <p:spPr>
          <a:xfrm>
            <a:off x="847475" y="1700025"/>
            <a:ext cx="757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35" name="Google Shape;1635;p17"/>
          <p:cNvSpPr txBox="1"/>
          <p:nvPr>
            <p:ph type="title"/>
          </p:nvPr>
        </p:nvSpPr>
        <p:spPr>
          <a:xfrm>
            <a:off x="4153163" y="1817938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1636" name="Google Shape;1636;p17"/>
          <p:cNvSpPr txBox="1"/>
          <p:nvPr>
            <p:ph type="title"/>
          </p:nvPr>
        </p:nvSpPr>
        <p:spPr>
          <a:xfrm>
            <a:off x="1681475" y="1798125"/>
            <a:ext cx="98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Figma</a:t>
            </a:r>
            <a:endParaRPr/>
          </a:p>
        </p:txBody>
      </p:sp>
      <p:sp>
        <p:nvSpPr>
          <p:cNvPr id="1637" name="Google Shape;1637;p17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Công cụ</a:t>
            </a:r>
            <a:endParaRPr sz="2800"/>
          </a:p>
        </p:txBody>
      </p:sp>
      <p:pic>
        <p:nvPicPr>
          <p:cNvPr id="1638" name="Google Shape;16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885" y="1827345"/>
            <a:ext cx="358075" cy="545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3917" y="1825623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7"/>
          <p:cNvSpPr txBox="1"/>
          <p:nvPr>
            <p:ph type="title"/>
          </p:nvPr>
        </p:nvSpPr>
        <p:spPr>
          <a:xfrm>
            <a:off x="6629675" y="1731725"/>
            <a:ext cx="164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Visual Studio Code</a:t>
            </a:r>
            <a:endParaRPr/>
          </a:p>
        </p:txBody>
      </p:sp>
      <p:sp>
        <p:nvSpPr>
          <p:cNvPr id="1641" name="Google Shape;1641;p17"/>
          <p:cNvSpPr/>
          <p:nvPr/>
        </p:nvSpPr>
        <p:spPr>
          <a:xfrm>
            <a:off x="4827090" y="3163270"/>
            <a:ext cx="757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42" name="Google Shape;1642;p17"/>
          <p:cNvSpPr/>
          <p:nvPr/>
        </p:nvSpPr>
        <p:spPr>
          <a:xfrm>
            <a:off x="1761875" y="3147825"/>
            <a:ext cx="757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43" name="Google Shape;1643;p17"/>
          <p:cNvSpPr txBox="1"/>
          <p:nvPr>
            <p:ph type="title"/>
          </p:nvPr>
        </p:nvSpPr>
        <p:spPr>
          <a:xfrm>
            <a:off x="5677180" y="3265750"/>
            <a:ext cx="134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Postman</a:t>
            </a:r>
            <a:endParaRPr/>
          </a:p>
        </p:txBody>
      </p:sp>
      <p:sp>
        <p:nvSpPr>
          <p:cNvPr id="1644" name="Google Shape;1644;p17"/>
          <p:cNvSpPr txBox="1"/>
          <p:nvPr>
            <p:ph type="title"/>
          </p:nvPr>
        </p:nvSpPr>
        <p:spPr>
          <a:xfrm>
            <a:off x="2595875" y="3322125"/>
            <a:ext cx="164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MongoDB</a:t>
            </a:r>
            <a:endParaRPr/>
          </a:p>
        </p:txBody>
      </p:sp>
      <p:pic>
        <p:nvPicPr>
          <p:cNvPr id="1645" name="Google Shape;16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0070" y="1858605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7020" y="3209715"/>
            <a:ext cx="665225" cy="66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4345" y="3276604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1"/>
                </a:solidFill>
              </a:rPr>
              <a:t>Công nghệ </a:t>
            </a:r>
            <a:r>
              <a:rPr lang="en"/>
              <a:t>sử dụng</a:t>
            </a:r>
            <a:endParaRPr/>
          </a:p>
        </p:txBody>
      </p:sp>
      <p:sp>
        <p:nvSpPr>
          <p:cNvPr id="1653" name="Google Shape;1653;p18"/>
          <p:cNvSpPr/>
          <p:nvPr/>
        </p:nvSpPr>
        <p:spPr>
          <a:xfrm>
            <a:off x="1635825" y="1639425"/>
            <a:ext cx="763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54" name="Google Shape;1654;p18"/>
          <p:cNvSpPr txBox="1"/>
          <p:nvPr>
            <p:ph idx="4294967295" type="title"/>
          </p:nvPr>
        </p:nvSpPr>
        <p:spPr>
          <a:xfrm>
            <a:off x="2546025" y="1737525"/>
            <a:ext cx="134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latin typeface="Asap"/>
                <a:ea typeface="Asap"/>
                <a:cs typeface="Asap"/>
                <a:sym typeface="Asap"/>
              </a:rPr>
              <a:t>ReactJS</a:t>
            </a:r>
            <a:endParaRPr sz="240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55" name="Google Shape;16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375" y="1784891"/>
            <a:ext cx="572698" cy="498061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8"/>
          <p:cNvSpPr/>
          <p:nvPr/>
        </p:nvSpPr>
        <p:spPr>
          <a:xfrm>
            <a:off x="5139975" y="1639425"/>
            <a:ext cx="763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57" name="Google Shape;1657;p18"/>
          <p:cNvSpPr txBox="1"/>
          <p:nvPr>
            <p:ph idx="4294967295" type="title"/>
          </p:nvPr>
        </p:nvSpPr>
        <p:spPr>
          <a:xfrm>
            <a:off x="6050175" y="1737525"/>
            <a:ext cx="134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latin typeface="Asap"/>
                <a:ea typeface="Asap"/>
                <a:cs typeface="Asap"/>
                <a:sym typeface="Asap"/>
              </a:rPr>
              <a:t>Flutter</a:t>
            </a:r>
            <a:endParaRPr sz="240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58" name="Google Shape;16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1025" y="1747567"/>
            <a:ext cx="461682" cy="572698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8"/>
          <p:cNvSpPr/>
          <p:nvPr/>
        </p:nvSpPr>
        <p:spPr>
          <a:xfrm>
            <a:off x="1635825" y="3012850"/>
            <a:ext cx="763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60" name="Google Shape;1660;p18"/>
          <p:cNvSpPr txBox="1"/>
          <p:nvPr>
            <p:ph idx="4294967295" type="title"/>
          </p:nvPr>
        </p:nvSpPr>
        <p:spPr>
          <a:xfrm>
            <a:off x="2546025" y="3110950"/>
            <a:ext cx="15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latin typeface="Asap"/>
                <a:ea typeface="Asap"/>
                <a:cs typeface="Asap"/>
                <a:sym typeface="Asap"/>
              </a:rPr>
              <a:t>Express</a:t>
            </a:r>
            <a:endParaRPr sz="2400"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61" name="Google Shape;1661;p18"/>
          <p:cNvSpPr/>
          <p:nvPr/>
        </p:nvSpPr>
        <p:spPr>
          <a:xfrm>
            <a:off x="5139975" y="3012850"/>
            <a:ext cx="763800" cy="78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62" name="Google Shape;1662;p18"/>
          <p:cNvSpPr txBox="1"/>
          <p:nvPr>
            <p:ph idx="4294967295" type="title"/>
          </p:nvPr>
        </p:nvSpPr>
        <p:spPr>
          <a:xfrm>
            <a:off x="6050175" y="3110950"/>
            <a:ext cx="15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>
                <a:latin typeface="Asap"/>
                <a:ea typeface="Asap"/>
                <a:cs typeface="Asap"/>
                <a:sym typeface="Asap"/>
              </a:rPr>
              <a:t>MongoDB</a:t>
            </a:r>
            <a:endParaRPr sz="2400"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63" name="Google Shape;16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0138" y="3110713"/>
            <a:ext cx="535175" cy="6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9245" y="3110715"/>
            <a:ext cx="665225" cy="66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9"/>
          <p:cNvSpPr/>
          <p:nvPr/>
        </p:nvSpPr>
        <p:spPr>
          <a:xfrm>
            <a:off x="1115562" y="1415650"/>
            <a:ext cx="1294379" cy="1189044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19"/>
          <p:cNvSpPr txBox="1"/>
          <p:nvPr>
            <p:ph type="title"/>
          </p:nvPr>
        </p:nvSpPr>
        <p:spPr>
          <a:xfrm>
            <a:off x="1075750" y="2779100"/>
            <a:ext cx="45969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>
                <a:solidFill>
                  <a:schemeClr val="accent1"/>
                </a:solidFill>
              </a:rPr>
              <a:t>Kết luận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&amp; hướng phát triển</a:t>
            </a:r>
            <a:endParaRPr/>
          </a:p>
        </p:txBody>
      </p:sp>
      <p:sp>
        <p:nvSpPr>
          <p:cNvPr id="1671" name="Google Shape;1671;p19"/>
          <p:cNvSpPr txBox="1"/>
          <p:nvPr>
            <p:ph idx="2" type="title"/>
          </p:nvPr>
        </p:nvSpPr>
        <p:spPr>
          <a:xfrm>
            <a:off x="1075750" y="16339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20"/>
          <p:cNvSpPr txBox="1"/>
          <p:nvPr>
            <p:ph idx="1" type="subTitle"/>
          </p:nvPr>
        </p:nvSpPr>
        <p:spPr>
          <a:xfrm>
            <a:off x="4199275" y="1288625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Kết luận</a:t>
            </a:r>
            <a:endParaRPr/>
          </a:p>
        </p:txBody>
      </p:sp>
      <p:sp>
        <p:nvSpPr>
          <p:cNvPr id="1677" name="Google Shape;1677;p20"/>
          <p:cNvSpPr txBox="1"/>
          <p:nvPr>
            <p:ph idx="2" type="subTitle"/>
          </p:nvPr>
        </p:nvSpPr>
        <p:spPr>
          <a:xfrm flipH="1">
            <a:off x="4199425" y="3108774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Hướng phát triển</a:t>
            </a:r>
            <a:endParaRPr/>
          </a:p>
        </p:txBody>
      </p:sp>
      <p:sp>
        <p:nvSpPr>
          <p:cNvPr id="1678" name="Google Shape;1678;p20"/>
          <p:cNvSpPr txBox="1"/>
          <p:nvPr>
            <p:ph idx="3" type="subTitle"/>
          </p:nvPr>
        </p:nvSpPr>
        <p:spPr>
          <a:xfrm>
            <a:off x="4199300" y="1756150"/>
            <a:ext cx="45057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Có thể truy xuất thông tin nông sản thông qua mã định danh</a:t>
            </a:r>
            <a:endParaRPr/>
          </a:p>
          <a:p>
            <a:pPr indent="-317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Quản lý thông qua website quản trị</a:t>
            </a:r>
            <a:endParaRPr/>
          </a:p>
          <a:p>
            <a:pPr indent="-317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Giao diện thân thiện, đơn giản, dễ sử dụng </a:t>
            </a:r>
            <a:endParaRPr/>
          </a:p>
        </p:txBody>
      </p:sp>
      <p:sp>
        <p:nvSpPr>
          <p:cNvPr id="1679" name="Google Shape;1679;p20"/>
          <p:cNvSpPr txBox="1"/>
          <p:nvPr>
            <p:ph idx="4" type="subTitle"/>
          </p:nvPr>
        </p:nvSpPr>
        <p:spPr>
          <a:xfrm flipH="1">
            <a:off x="4199300" y="3580925"/>
            <a:ext cx="48180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Tiếp tục hoàn thiện và cải thiện các chức năng</a:t>
            </a:r>
            <a:endParaRPr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Tối ưu hóa tốc độ truy xuất thông tin</a:t>
            </a:r>
            <a:endParaRPr/>
          </a:p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Cải thiện hơn về mặt giao diện</a:t>
            </a:r>
            <a:endParaRPr/>
          </a:p>
        </p:txBody>
      </p:sp>
      <p:sp>
        <p:nvSpPr>
          <p:cNvPr id="1680" name="Google Shape;1680;p20"/>
          <p:cNvSpPr txBox="1"/>
          <p:nvPr>
            <p:ph type="title"/>
          </p:nvPr>
        </p:nvSpPr>
        <p:spPr>
          <a:xfrm flipH="1"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chemeClr val="accent1"/>
                </a:solidFill>
              </a:rPr>
              <a:t>Kết luận</a:t>
            </a:r>
            <a:r>
              <a:rPr lang="en"/>
              <a:t> &amp; hướng phát triển</a:t>
            </a:r>
            <a:endParaRPr/>
          </a:p>
        </p:txBody>
      </p:sp>
      <p:pic>
        <p:nvPicPr>
          <p:cNvPr id="1681" name="Google Shape;1681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321" r="26321" t="0"/>
          <a:stretch/>
        </p:blipFill>
        <p:spPr>
          <a:xfrm>
            <a:off x="1166975" y="1288625"/>
            <a:ext cx="2406300" cy="3140100"/>
          </a:xfrm>
          <a:prstGeom prst="round2DiagRect">
            <a:avLst>
              <a:gd fmla="val 24580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1"/>
          <p:cNvSpPr txBox="1"/>
          <p:nvPr>
            <p:ph type="title"/>
          </p:nvPr>
        </p:nvSpPr>
        <p:spPr>
          <a:xfrm>
            <a:off x="1457700" y="1656126"/>
            <a:ext cx="6228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" sz="9200">
                <a:solidFill>
                  <a:schemeClr val="accent1"/>
                </a:solidFill>
              </a:rPr>
              <a:t>Thank</a:t>
            </a:r>
            <a:r>
              <a:rPr b="1" lang="en" sz="9200"/>
              <a:t> you</a:t>
            </a:r>
            <a:endParaRPr b="1" sz="9200"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erbalist's Shop Business Plan by Slidesgo">
  <a:themeElements>
    <a:clrScheme name="Simple Light">
      <a:dk1>
        <a:srgbClr val="FFFFFF"/>
      </a:dk1>
      <a:lt1>
        <a:srgbClr val="EEF3DB"/>
      </a:lt1>
      <a:dk2>
        <a:srgbClr val="2A5717"/>
      </a:dk2>
      <a:lt2>
        <a:srgbClr val="41571E"/>
      </a:lt2>
      <a:accent1>
        <a:srgbClr val="748E1E"/>
      </a:accent1>
      <a:accent2>
        <a:srgbClr val="8A9F53"/>
      </a:accent2>
      <a:accent3>
        <a:srgbClr val="D2E296"/>
      </a:accent3>
      <a:accent4>
        <a:srgbClr val="D0AF84"/>
      </a:accent4>
      <a:accent5>
        <a:srgbClr val="DDC29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erbalist's Shop Business Plan by Slidesgo">
  <a:themeElements>
    <a:clrScheme name="Simple Light">
      <a:dk1>
        <a:srgbClr val="FFFFFF"/>
      </a:dk1>
      <a:lt1>
        <a:srgbClr val="EEF3DB"/>
      </a:lt1>
      <a:dk2>
        <a:srgbClr val="2A5717"/>
      </a:dk2>
      <a:lt2>
        <a:srgbClr val="41571E"/>
      </a:lt2>
      <a:accent1>
        <a:srgbClr val="748E1E"/>
      </a:accent1>
      <a:accent2>
        <a:srgbClr val="8A9F53"/>
      </a:accent2>
      <a:accent3>
        <a:srgbClr val="D2E296"/>
      </a:accent3>
      <a:accent4>
        <a:srgbClr val="D0AF84"/>
      </a:accent4>
      <a:accent5>
        <a:srgbClr val="DDC29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